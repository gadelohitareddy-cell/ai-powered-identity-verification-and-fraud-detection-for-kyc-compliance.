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Identity Verification &amp; Fraud Detection for KYC Compliance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</a:t>
            </a:r>
            <a:r>
              <a:rPr lang="en-US"/>
              <a:t>Statement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pPr marL="0" indent="0">
              <a:buNone/>
            </a:pPr>
            <a:r>
              <a:rPr lang="en-US" altLang="en-US"/>
              <a:t>The objective of this project is to design and implement an AI-powered Know Your Customer (KYC)system that automates identity verification and fraud detection using modern artificial intelligence techniques.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The system integrates  document verification, facial recognition, liveness detection,fraud risk scoring, and human-in-the-loop validation into a unified and scalable pipeline.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The goal is to overcome the limitations of traditional and current AI-based KYCsystems while ensuringsecurity, fairness, transparency, and regulatory compliance.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KYC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Prevents identity fraud</a:t>
            </a:r>
          </a:p>
          <a:p>
            <a:r>
              <a:t>• Ensures regulatory compliance</a:t>
            </a:r>
          </a:p>
          <a:p>
            <a:r>
              <a:t>• Protects financial institutions</a:t>
            </a:r>
          </a:p>
          <a:p>
            <a:r>
              <a:t>• Builds trust with customers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KYC Systems (Current Usage)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altLang="en-US"/>
              <a:t>Most KYC systems currently used by banks, fintech companies, telecom operators, and insurance firms rely on a combination of manual verification, rule-based checks, and limited AI automation.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These systems typically involve uploading identity documents such as Aadhaar or Passport,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capturing a selfie, and performing basic face matching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Existing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425" y="1897380"/>
            <a:ext cx="7937500" cy="4791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/>
              <a:t>- Widely adopted and accepted by regulators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Simple and familiar onboarding process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Basic fraud detection capability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Low initial technical complexit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Drawbacks of Existing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/>
              <a:t>- Heavy dependence on manual verification leading to delays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Vulnerable to deepfake attacks and document forgery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High false rejection and acceptance rates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Limited scalability and high operational cost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Poor transparency and lack of explainability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Published Research (2020–2026)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lstStyle/>
          <a:p>
            <a:pPr marL="0" indent="0">
              <a:buNone/>
            </a:pPr>
            <a:r>
              <a:rPr lang="en-US" altLang="en-US" b="1"/>
              <a:t>1</a:t>
            </a:r>
            <a:r>
              <a:rPr lang="en-US" altLang="en-US"/>
              <a:t>. AI-Based Identity Fraud Detection – A Systematic Review (2025)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Link</a:t>
            </a:r>
            <a:r>
              <a:rPr lang="en-US" altLang="en-US"/>
              <a:t>: https://arxiv.org/abs/2501.09239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Advantages:</a:t>
            </a:r>
            <a:r>
              <a:rPr lang="en-US" altLang="en-US"/>
              <a:t> Comprehensive review of fraud detection techniques, improved accuracy using ML.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Disadvantages</a:t>
            </a:r>
            <a:r>
              <a:rPr lang="en-US" altLang="en-US"/>
              <a:t>: Lacks deployment strategy and compliance considerations.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2.</a:t>
            </a:r>
            <a:r>
              <a:rPr lang="en-US" altLang="en-US"/>
              <a:t> Zero-to-One ID Verification Framework (2025)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Link</a:t>
            </a:r>
            <a:r>
              <a:rPr lang="en-US" altLang="en-US"/>
              <a:t>: https://arxiv.org/abs/2503.08734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Advantages:</a:t>
            </a:r>
            <a:r>
              <a:rPr lang="en-US" altLang="en-US"/>
              <a:t> Clear conceptual framework for AI KYC systems.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Disadvantages</a:t>
            </a:r>
            <a:r>
              <a:rPr lang="en-US" altLang="en-US"/>
              <a:t>: Theoretical model without real-world integration.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3</a:t>
            </a:r>
            <a:r>
              <a:rPr lang="en-US" altLang="en-US"/>
              <a:t>. Agentic AI for Deepfake Detection (2026)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Link</a:t>
            </a:r>
            <a:r>
              <a:rPr lang="en-US" altLang="en-US"/>
              <a:t>: https://arxiv.org/abs/2601.06241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Advantages:</a:t>
            </a:r>
            <a:r>
              <a:rPr lang="en-US" altLang="en-US"/>
              <a:t> Advanced deepfake detection using modular AI agents.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Disadvantages</a:t>
            </a:r>
            <a:r>
              <a:rPr lang="en-US" altLang="en-US"/>
              <a:t>: High computational cost and limited explainability.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in Research Papers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/>
              <a:t>- Focus on single AI modules instead of complete pipelines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Limited discussion on bias, fairness, and legal compliance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Lack of human-in-the-loop mechanisms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Poor adaptability to evolving fraud pattern</a:t>
            </a: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85725" y="518795"/>
            <a:ext cx="8284210" cy="703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600"/>
              <a:t>          </a:t>
            </a:r>
            <a:endParaRPr 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/>
              <a:t>Our proposed AI-powered KYC system introduces a novel system-level integration that is not fully implemented in existing industry systems or published research.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Instead of focusing on individual AI components, our solution combines multiple verification layers into a single, intelligent workflow.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33705"/>
            <a:ext cx="8229600" cy="8540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en-US" sz="3600" b="1"/>
              <a:t>Key Features of Our Solution</a:t>
            </a:r>
            <a:endParaRPr lang="en-US" altLang="en-US" sz="3600" b="1"/>
          </a:p>
        </p:txBody>
      </p:sp>
      <p:sp>
        <p:nvSpPr>
          <p:cNvPr id="4" name="Text Box 3"/>
          <p:cNvSpPr txBox="1"/>
          <p:nvPr/>
        </p:nvSpPr>
        <p:spPr>
          <a:xfrm>
            <a:off x="269875" y="1287780"/>
            <a:ext cx="8747760" cy="5194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200"/>
              <a:t>- AI-enhanced OCR with forgery and quality analysis</a:t>
            </a:r>
            <a:endParaRPr lang="en-US" altLang="en-US" sz="3200"/>
          </a:p>
          <a:p>
            <a:r>
              <a:rPr lang="en-US" altLang="en-US" sz="3200"/>
              <a:t>- Deep learning-based face recognition with multi-step liveness detection</a:t>
            </a:r>
            <a:endParaRPr lang="en-US" altLang="en-US" sz="3200"/>
          </a:p>
          <a:p>
            <a:r>
              <a:rPr lang="en-US" altLang="en-US" sz="3200"/>
              <a:t>- ML-driven fraud risk scoring instead of binary decisions</a:t>
            </a:r>
            <a:endParaRPr lang="en-US" altLang="en-US" sz="3200"/>
          </a:p>
          <a:p>
            <a:r>
              <a:rPr lang="en-US" altLang="en-US" sz="3200"/>
              <a:t>- Human-in-the-loop validation for high-risk cases only</a:t>
            </a:r>
            <a:endParaRPr lang="en-US" altLang="en-US" sz="3200"/>
          </a:p>
          <a:p>
            <a:r>
              <a:rPr lang="en-US" altLang="en-US" sz="3200"/>
              <a:t>- Explainable AI for audit and regulatory compliance</a:t>
            </a:r>
            <a:endParaRPr lang="en-US" altLang="en-US" sz="3200"/>
          </a:p>
          <a:p>
            <a:r>
              <a:rPr lang="en-US" altLang="en-US" sz="3200"/>
              <a:t>- Secure, privacy-aware data handling</a:t>
            </a:r>
            <a:endParaRPr lang="en-US" sz="3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Advantages of Our Proposed System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/>
              <a:t>- Faster and more accurate KYC verification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Strong resistance to deepfake and synthetic identity fraud- Reduced bias and improved fairness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Lower operational cost with better scalability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Transparent and explainable decision-making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- Alignment with modern data protection law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Makes Our Solution Unique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Combines multiple AI layers</a:t>
            </a:r>
          </a:p>
          <a:p>
            <a:r>
              <a:t>• Reduces bias using fairness checks</a:t>
            </a:r>
          </a:p>
          <a:p>
            <a:r>
              <a:t>• Improves trust with explainable AI</a:t>
            </a:r>
          </a:p>
          <a:p>
            <a:r>
              <a:t>• Designed for real-world scalability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altLang="en-US"/>
              <a:t>While existing KYC systems and research approaches provide partial solutions, they fail to address fraud detection, fairness, scalability, and compliance in a unified manner.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Our proposed AI-powered KYC system bridges this gap by integrating multi-layer verification, risk-based decision-making, and human oversight into a single, deployable framework suitable for real-world use.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4083</Words>
  <Application>WPS Presentation</Application>
  <PresentationFormat>On-screen Show (4:3)</PresentationFormat>
  <Paragraphs>100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AI-Powered Identity Verification &amp; Fraud Detection for KYC Compliance</vt:lpstr>
      <vt:lpstr>Project Overview</vt:lpstr>
      <vt:lpstr>Why KYC is Important</vt:lpstr>
      <vt:lpstr>Existing KYC Systems (Current Usage)</vt:lpstr>
      <vt:lpstr>Advantages of Existing Systems</vt:lpstr>
      <vt:lpstr>Drawbacks of Existing Systems</vt:lpstr>
      <vt:lpstr>Published Research (2020–2026)</vt:lpstr>
      <vt:lpstr>Limitations in Research Papers</vt:lpstr>
      <vt:lpstr>Proposed System Architecture</vt:lpstr>
      <vt:lpstr>Architecture Explanation</vt:lpstr>
      <vt:lpstr>Our Proposed Solution</vt:lpstr>
      <vt:lpstr>What Makes Our Solution Unique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Sandhiya R</cp:lastModifiedBy>
  <cp:revision>5</cp:revision>
  <dcterms:created xsi:type="dcterms:W3CDTF">2013-01-27T09:14:00Z</dcterms:created>
  <dcterms:modified xsi:type="dcterms:W3CDTF">2026-02-07T12:59:24Z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5D28FDA69C794BA4A8A11A89245E2E4C_13</vt:lpwstr>
  </property>
  <property fmtid="{D5CDD505-2E9C-101B-9397-08002B2CF9AE}" pid="3" name="KSOProductBuildVer">
    <vt:lpwstr>1033-12.2.0.23196</vt:lpwstr>
  </property>
</Properties>
</file>