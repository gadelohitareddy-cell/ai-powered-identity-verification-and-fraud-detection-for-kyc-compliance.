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71" r:id="rId16"/>
    <p:sldId id="272" r:id="rId17"/>
    <p:sldId id="273" r:id="rId18"/>
    <p:sldId id="274" r:id="rId19"/>
    <p:sldId id="275" r:id="rId20"/>
    <p:sldId id="279" r:id="rId21"/>
    <p:sldId id="277" r:id="rId22"/>
    <p:sldId id="278"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31AB29-6995-4BA6-AAA3-D7D2BF2A3EC4}" v="48" dt="2026-02-26T02:23:17.2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4660"/>
  </p:normalViewPr>
  <p:slideViewPr>
    <p:cSldViewPr snapToGrid="0">
      <p:cViewPr varScale="1">
        <p:scale>
          <a:sx n="90" d="100"/>
          <a:sy n="90" d="100"/>
        </p:scale>
        <p:origin x="389"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delohitareddy@gmail.com" userId="1978b8a774aa0d72" providerId="LiveId" clId="{11F2FB7F-16C9-4A4D-9DAE-7095730F3742}"/>
    <pc:docChg chg="custSel addSld delSld modSld modMainMaster">
      <pc:chgData name="gadelohitareddy@gmail.com" userId="1978b8a774aa0d72" providerId="LiveId" clId="{11F2FB7F-16C9-4A4D-9DAE-7095730F3742}" dt="2026-02-26T02:23:17.212" v="541"/>
      <pc:docMkLst>
        <pc:docMk/>
      </pc:docMkLst>
      <pc:sldChg chg="modTransition">
        <pc:chgData name="gadelohitareddy@gmail.com" userId="1978b8a774aa0d72" providerId="LiveId" clId="{11F2FB7F-16C9-4A4D-9DAE-7095730F3742}" dt="2026-02-26T02:14:41.968" v="489"/>
        <pc:sldMkLst>
          <pc:docMk/>
          <pc:sldMk cId="4241059176" sldId="256"/>
        </pc:sldMkLst>
      </pc:sldChg>
      <pc:sldChg chg="modTransition">
        <pc:chgData name="gadelohitareddy@gmail.com" userId="1978b8a774aa0d72" providerId="LiveId" clId="{11F2FB7F-16C9-4A4D-9DAE-7095730F3742}" dt="2026-02-26T02:14:46.990" v="490"/>
        <pc:sldMkLst>
          <pc:docMk/>
          <pc:sldMk cId="4193362740" sldId="257"/>
        </pc:sldMkLst>
      </pc:sldChg>
      <pc:sldChg chg="modTransition">
        <pc:chgData name="gadelohitareddy@gmail.com" userId="1978b8a774aa0d72" providerId="LiveId" clId="{11F2FB7F-16C9-4A4D-9DAE-7095730F3742}" dt="2026-02-26T02:14:51.825" v="491"/>
        <pc:sldMkLst>
          <pc:docMk/>
          <pc:sldMk cId="3451515351" sldId="258"/>
        </pc:sldMkLst>
      </pc:sldChg>
      <pc:sldChg chg="modTransition">
        <pc:chgData name="gadelohitareddy@gmail.com" userId="1978b8a774aa0d72" providerId="LiveId" clId="{11F2FB7F-16C9-4A4D-9DAE-7095730F3742}" dt="2026-02-26T02:14:56.628" v="492"/>
        <pc:sldMkLst>
          <pc:docMk/>
          <pc:sldMk cId="1781790907" sldId="259"/>
        </pc:sldMkLst>
      </pc:sldChg>
      <pc:sldChg chg="modTransition">
        <pc:chgData name="gadelohitareddy@gmail.com" userId="1978b8a774aa0d72" providerId="LiveId" clId="{11F2FB7F-16C9-4A4D-9DAE-7095730F3742}" dt="2026-02-26T02:15:11.732" v="494"/>
        <pc:sldMkLst>
          <pc:docMk/>
          <pc:sldMk cId="934985921" sldId="260"/>
        </pc:sldMkLst>
      </pc:sldChg>
      <pc:sldChg chg="modTransition">
        <pc:chgData name="gadelohitareddy@gmail.com" userId="1978b8a774aa0d72" providerId="LiveId" clId="{11F2FB7F-16C9-4A4D-9DAE-7095730F3742}" dt="2026-02-26T02:15:19.800" v="495"/>
        <pc:sldMkLst>
          <pc:docMk/>
          <pc:sldMk cId="1688822928" sldId="261"/>
        </pc:sldMkLst>
      </pc:sldChg>
      <pc:sldChg chg="modTransition">
        <pc:chgData name="gadelohitareddy@gmail.com" userId="1978b8a774aa0d72" providerId="LiveId" clId="{11F2FB7F-16C9-4A4D-9DAE-7095730F3742}" dt="2026-02-26T02:15:27.591" v="496"/>
        <pc:sldMkLst>
          <pc:docMk/>
          <pc:sldMk cId="2225800415" sldId="262"/>
        </pc:sldMkLst>
      </pc:sldChg>
      <pc:sldChg chg="addSp delSp modSp mod modTransition">
        <pc:chgData name="gadelohitareddy@gmail.com" userId="1978b8a774aa0d72" providerId="LiveId" clId="{11F2FB7F-16C9-4A4D-9DAE-7095730F3742}" dt="2026-02-26T02:15:45.001" v="497"/>
        <pc:sldMkLst>
          <pc:docMk/>
          <pc:sldMk cId="6933962" sldId="263"/>
        </pc:sldMkLst>
        <pc:spChg chg="del">
          <ac:chgData name="gadelohitareddy@gmail.com" userId="1978b8a774aa0d72" providerId="LiveId" clId="{11F2FB7F-16C9-4A4D-9DAE-7095730F3742}" dt="2026-02-26T01:21:02.589" v="2" actId="931"/>
          <ac:spMkLst>
            <pc:docMk/>
            <pc:sldMk cId="6933962" sldId="263"/>
            <ac:spMk id="9" creationId="{48F3AE0F-F940-F4EE-C7B4-50086566901D}"/>
          </ac:spMkLst>
        </pc:spChg>
        <pc:spChg chg="mod">
          <ac:chgData name="gadelohitareddy@gmail.com" userId="1978b8a774aa0d72" providerId="LiveId" clId="{11F2FB7F-16C9-4A4D-9DAE-7095730F3742}" dt="2026-02-26T01:22:37.081" v="18" actId="20577"/>
          <ac:spMkLst>
            <pc:docMk/>
            <pc:sldMk cId="6933962" sldId="263"/>
            <ac:spMk id="10" creationId="{FAD24404-CE6A-E9B5-6031-0DC9821A4385}"/>
          </ac:spMkLst>
        </pc:spChg>
        <pc:picChg chg="add mod ord">
          <ac:chgData name="gadelohitareddy@gmail.com" userId="1978b8a774aa0d72" providerId="LiveId" clId="{11F2FB7F-16C9-4A4D-9DAE-7095730F3742}" dt="2026-02-26T01:21:56.689" v="12" actId="14100"/>
          <ac:picMkLst>
            <pc:docMk/>
            <pc:sldMk cId="6933962" sldId="263"/>
            <ac:picMk id="12" creationId="{9DC75770-7D48-8DBD-9EAA-994C48A8D7F0}"/>
          </ac:picMkLst>
        </pc:picChg>
      </pc:sldChg>
      <pc:sldChg chg="addSp delSp modSp new mod modTransition modClrScheme chgLayout">
        <pc:chgData name="gadelohitareddy@gmail.com" userId="1978b8a774aa0d72" providerId="LiveId" clId="{11F2FB7F-16C9-4A4D-9DAE-7095730F3742}" dt="2026-02-26T02:15:53.931" v="498"/>
        <pc:sldMkLst>
          <pc:docMk/>
          <pc:sldMk cId="719813017" sldId="264"/>
        </pc:sldMkLst>
        <pc:spChg chg="mod ord">
          <ac:chgData name="gadelohitareddy@gmail.com" userId="1978b8a774aa0d72" providerId="LiveId" clId="{11F2FB7F-16C9-4A4D-9DAE-7095730F3742}" dt="2026-02-26T01:29:01.211" v="62" actId="14100"/>
          <ac:spMkLst>
            <pc:docMk/>
            <pc:sldMk cId="719813017" sldId="264"/>
            <ac:spMk id="2" creationId="{F2906BBB-EB13-42B6-7BDF-BBD22EDDF6D6}"/>
          </ac:spMkLst>
        </pc:spChg>
        <pc:spChg chg="del mod ord">
          <ac:chgData name="gadelohitareddy@gmail.com" userId="1978b8a774aa0d72" providerId="LiveId" clId="{11F2FB7F-16C9-4A4D-9DAE-7095730F3742}" dt="2026-02-26T01:25:50.051" v="34" actId="700"/>
          <ac:spMkLst>
            <pc:docMk/>
            <pc:sldMk cId="719813017" sldId="264"/>
            <ac:spMk id="3" creationId="{6BFE5EED-7592-415F-E037-240FD369E1BF}"/>
          </ac:spMkLst>
        </pc:spChg>
        <pc:spChg chg="del mod">
          <ac:chgData name="gadelohitareddy@gmail.com" userId="1978b8a774aa0d72" providerId="LiveId" clId="{11F2FB7F-16C9-4A4D-9DAE-7095730F3742}" dt="2026-02-26T01:25:50.051" v="34" actId="700"/>
          <ac:spMkLst>
            <pc:docMk/>
            <pc:sldMk cId="719813017" sldId="264"/>
            <ac:spMk id="4" creationId="{59FE0672-D287-4326-CFBC-E4F8824FFD08}"/>
          </ac:spMkLst>
        </pc:spChg>
        <pc:spChg chg="add mod ord">
          <ac:chgData name="gadelohitareddy@gmail.com" userId="1978b8a774aa0d72" providerId="LiveId" clId="{11F2FB7F-16C9-4A4D-9DAE-7095730F3742}" dt="2026-02-26T01:31:03.257" v="82" actId="313"/>
          <ac:spMkLst>
            <pc:docMk/>
            <pc:sldMk cId="719813017" sldId="264"/>
            <ac:spMk id="5" creationId="{6E5C59F1-60A8-E4B8-4CAF-B3CC8006BF71}"/>
          </ac:spMkLst>
        </pc:spChg>
      </pc:sldChg>
      <pc:sldChg chg="addSp delSp modSp new mod modTransition modClrScheme chgLayout">
        <pc:chgData name="gadelohitareddy@gmail.com" userId="1978b8a774aa0d72" providerId="LiveId" clId="{11F2FB7F-16C9-4A4D-9DAE-7095730F3742}" dt="2026-02-26T02:16:01.288" v="499"/>
        <pc:sldMkLst>
          <pc:docMk/>
          <pc:sldMk cId="152640439" sldId="265"/>
        </pc:sldMkLst>
        <pc:spChg chg="del mod ord">
          <ac:chgData name="gadelohitareddy@gmail.com" userId="1978b8a774aa0d72" providerId="LiveId" clId="{11F2FB7F-16C9-4A4D-9DAE-7095730F3742}" dt="2026-02-26T01:38:53.220" v="84" actId="700"/>
          <ac:spMkLst>
            <pc:docMk/>
            <pc:sldMk cId="152640439" sldId="265"/>
            <ac:spMk id="2" creationId="{39D1BCA2-BE0E-95AE-4C87-8D6DCA89D9F8}"/>
          </ac:spMkLst>
        </pc:spChg>
        <pc:spChg chg="del mod ord">
          <ac:chgData name="gadelohitareddy@gmail.com" userId="1978b8a774aa0d72" providerId="LiveId" clId="{11F2FB7F-16C9-4A4D-9DAE-7095730F3742}" dt="2026-02-26T01:38:53.220" v="84" actId="700"/>
          <ac:spMkLst>
            <pc:docMk/>
            <pc:sldMk cId="152640439" sldId="265"/>
            <ac:spMk id="3" creationId="{2C8ED066-0069-84CF-5FB9-F41C8D457455}"/>
          </ac:spMkLst>
        </pc:spChg>
        <pc:spChg chg="add mod ord">
          <ac:chgData name="gadelohitareddy@gmail.com" userId="1978b8a774aa0d72" providerId="LiveId" clId="{11F2FB7F-16C9-4A4D-9DAE-7095730F3742}" dt="2026-02-26T01:40:14.019" v="170" actId="20577"/>
          <ac:spMkLst>
            <pc:docMk/>
            <pc:sldMk cId="152640439" sldId="265"/>
            <ac:spMk id="4" creationId="{D56020D2-F1B9-092A-1399-CE43F4C22383}"/>
          </ac:spMkLst>
        </pc:spChg>
        <pc:spChg chg="add mod ord">
          <ac:chgData name="gadelohitareddy@gmail.com" userId="1978b8a774aa0d72" providerId="LiveId" clId="{11F2FB7F-16C9-4A4D-9DAE-7095730F3742}" dt="2026-02-26T01:43:46.920" v="199" actId="27636"/>
          <ac:spMkLst>
            <pc:docMk/>
            <pc:sldMk cId="152640439" sldId="265"/>
            <ac:spMk id="5" creationId="{A4715C6D-140F-5262-DE37-D5A3787AF405}"/>
          </ac:spMkLst>
        </pc:spChg>
        <pc:spChg chg="add mod ord">
          <ac:chgData name="gadelohitareddy@gmail.com" userId="1978b8a774aa0d72" providerId="LiveId" clId="{11F2FB7F-16C9-4A4D-9DAE-7095730F3742}" dt="2026-02-26T01:44:22.592" v="202" actId="113"/>
          <ac:spMkLst>
            <pc:docMk/>
            <pc:sldMk cId="152640439" sldId="265"/>
            <ac:spMk id="6" creationId="{B777C1D2-C2F0-77E9-FC3F-F459218337D9}"/>
          </ac:spMkLst>
        </pc:spChg>
      </pc:sldChg>
      <pc:sldChg chg="addSp delSp modSp new mod modTransition chgLayout">
        <pc:chgData name="gadelohitareddy@gmail.com" userId="1978b8a774aa0d72" providerId="LiveId" clId="{11F2FB7F-16C9-4A4D-9DAE-7095730F3742}" dt="2026-02-26T02:16:07.275" v="500"/>
        <pc:sldMkLst>
          <pc:docMk/>
          <pc:sldMk cId="1302568352" sldId="266"/>
        </pc:sldMkLst>
        <pc:spChg chg="del mod ord">
          <ac:chgData name="gadelohitareddy@gmail.com" userId="1978b8a774aa0d72" providerId="LiveId" clId="{11F2FB7F-16C9-4A4D-9DAE-7095730F3742}" dt="2026-02-26T01:44:39.754" v="204" actId="700"/>
          <ac:spMkLst>
            <pc:docMk/>
            <pc:sldMk cId="1302568352" sldId="266"/>
            <ac:spMk id="2" creationId="{CA46E651-5CA7-96FA-563B-4B1E5103915A}"/>
          </ac:spMkLst>
        </pc:spChg>
        <pc:spChg chg="del mod ord">
          <ac:chgData name="gadelohitareddy@gmail.com" userId="1978b8a774aa0d72" providerId="LiveId" clId="{11F2FB7F-16C9-4A4D-9DAE-7095730F3742}" dt="2026-02-26T01:44:39.754" v="204" actId="700"/>
          <ac:spMkLst>
            <pc:docMk/>
            <pc:sldMk cId="1302568352" sldId="266"/>
            <ac:spMk id="3" creationId="{6E6985F6-12BF-94DE-FC8A-331305BC6457}"/>
          </ac:spMkLst>
        </pc:spChg>
        <pc:spChg chg="del">
          <ac:chgData name="gadelohitareddy@gmail.com" userId="1978b8a774aa0d72" providerId="LiveId" clId="{11F2FB7F-16C9-4A4D-9DAE-7095730F3742}" dt="2026-02-26T01:44:39.754" v="204" actId="700"/>
          <ac:spMkLst>
            <pc:docMk/>
            <pc:sldMk cId="1302568352" sldId="266"/>
            <ac:spMk id="4" creationId="{EDA12138-95BF-4FDF-8B79-81156701397D}"/>
          </ac:spMkLst>
        </pc:spChg>
        <pc:spChg chg="add mod ord">
          <ac:chgData name="gadelohitareddy@gmail.com" userId="1978b8a774aa0d72" providerId="LiveId" clId="{11F2FB7F-16C9-4A4D-9DAE-7095730F3742}" dt="2026-02-26T01:50:22.883" v="280" actId="20577"/>
          <ac:spMkLst>
            <pc:docMk/>
            <pc:sldMk cId="1302568352" sldId="266"/>
            <ac:spMk id="5" creationId="{8609F079-8BD8-829A-7A7F-BA563B296CED}"/>
          </ac:spMkLst>
        </pc:spChg>
        <pc:spChg chg="add mod ord">
          <ac:chgData name="gadelohitareddy@gmail.com" userId="1978b8a774aa0d72" providerId="LiveId" clId="{11F2FB7F-16C9-4A4D-9DAE-7095730F3742}" dt="2026-02-26T01:50:11.946" v="268" actId="20577"/>
          <ac:spMkLst>
            <pc:docMk/>
            <pc:sldMk cId="1302568352" sldId="266"/>
            <ac:spMk id="6" creationId="{BDEAB26D-F301-AB69-31E7-AAF53BA3A456}"/>
          </ac:spMkLst>
        </pc:spChg>
        <pc:picChg chg="add mod">
          <ac:chgData name="gadelohitareddy@gmail.com" userId="1978b8a774aa0d72" providerId="LiveId" clId="{11F2FB7F-16C9-4A4D-9DAE-7095730F3742}" dt="2026-02-26T01:50:37.599" v="283" actId="14100"/>
          <ac:picMkLst>
            <pc:docMk/>
            <pc:sldMk cId="1302568352" sldId="266"/>
            <ac:picMk id="8" creationId="{D26FB901-6EB9-D56A-1F54-856D66590B81}"/>
          </ac:picMkLst>
        </pc:picChg>
      </pc:sldChg>
      <pc:sldChg chg="modSp new mod modTransition">
        <pc:chgData name="gadelohitareddy@gmail.com" userId="1978b8a774aa0d72" providerId="LiveId" clId="{11F2FB7F-16C9-4A4D-9DAE-7095730F3742}" dt="2026-02-26T02:16:25.330" v="502"/>
        <pc:sldMkLst>
          <pc:docMk/>
          <pc:sldMk cId="3097270507" sldId="267"/>
        </pc:sldMkLst>
        <pc:spChg chg="mod">
          <ac:chgData name="gadelohitareddy@gmail.com" userId="1978b8a774aa0d72" providerId="LiveId" clId="{11F2FB7F-16C9-4A4D-9DAE-7095730F3742}" dt="2026-02-26T01:52:48.479" v="319" actId="20577"/>
          <ac:spMkLst>
            <pc:docMk/>
            <pc:sldMk cId="3097270507" sldId="267"/>
            <ac:spMk id="2" creationId="{500AAFD9-0ABD-08CF-9002-195A8DBCC311}"/>
          </ac:spMkLst>
        </pc:spChg>
        <pc:spChg chg="mod">
          <ac:chgData name="gadelohitareddy@gmail.com" userId="1978b8a774aa0d72" providerId="LiveId" clId="{11F2FB7F-16C9-4A4D-9DAE-7095730F3742}" dt="2026-02-26T01:52:35.314" v="315" actId="255"/>
          <ac:spMkLst>
            <pc:docMk/>
            <pc:sldMk cId="3097270507" sldId="267"/>
            <ac:spMk id="3" creationId="{C008FCF7-732F-F3CB-61F9-CBFADDCFCC35}"/>
          </ac:spMkLst>
        </pc:spChg>
      </pc:sldChg>
      <pc:sldChg chg="modSp new mod modTransition">
        <pc:chgData name="gadelohitareddy@gmail.com" userId="1978b8a774aa0d72" providerId="LiveId" clId="{11F2FB7F-16C9-4A4D-9DAE-7095730F3742}" dt="2026-02-26T02:17:46.228" v="511"/>
        <pc:sldMkLst>
          <pc:docMk/>
          <pc:sldMk cId="791529089" sldId="268"/>
        </pc:sldMkLst>
        <pc:spChg chg="mod">
          <ac:chgData name="gadelohitareddy@gmail.com" userId="1978b8a774aa0d72" providerId="LiveId" clId="{11F2FB7F-16C9-4A4D-9DAE-7095730F3742}" dt="2026-02-26T01:54:32.981" v="350" actId="20577"/>
          <ac:spMkLst>
            <pc:docMk/>
            <pc:sldMk cId="791529089" sldId="268"/>
            <ac:spMk id="2" creationId="{FBEDE5FD-692A-2420-C958-120B35222009}"/>
          </ac:spMkLst>
        </pc:spChg>
        <pc:spChg chg="mod">
          <ac:chgData name="gadelohitareddy@gmail.com" userId="1978b8a774aa0d72" providerId="LiveId" clId="{11F2FB7F-16C9-4A4D-9DAE-7095730F3742}" dt="2026-02-26T01:58:01.478" v="368" actId="255"/>
          <ac:spMkLst>
            <pc:docMk/>
            <pc:sldMk cId="791529089" sldId="268"/>
            <ac:spMk id="3" creationId="{44433C2B-EC7B-4971-8094-27CB874FA2B9}"/>
          </ac:spMkLst>
        </pc:spChg>
      </pc:sldChg>
      <pc:sldChg chg="modSp new del mod">
        <pc:chgData name="gadelohitareddy@gmail.com" userId="1978b8a774aa0d72" providerId="LiveId" clId="{11F2FB7F-16C9-4A4D-9DAE-7095730F3742}" dt="2026-02-26T02:03:19.879" v="374" actId="2696"/>
        <pc:sldMkLst>
          <pc:docMk/>
          <pc:sldMk cId="751912842" sldId="269"/>
        </pc:sldMkLst>
        <pc:spChg chg="mod">
          <ac:chgData name="gadelohitareddy@gmail.com" userId="1978b8a774aa0d72" providerId="LiveId" clId="{11F2FB7F-16C9-4A4D-9DAE-7095730F3742}" dt="2026-02-26T01:58:28.230" v="370"/>
          <ac:spMkLst>
            <pc:docMk/>
            <pc:sldMk cId="751912842" sldId="269"/>
            <ac:spMk id="2" creationId="{EB366664-E32F-6FC0-C6BD-32078D879E4B}"/>
          </ac:spMkLst>
        </pc:spChg>
        <pc:spChg chg="mod">
          <ac:chgData name="gadelohitareddy@gmail.com" userId="1978b8a774aa0d72" providerId="LiveId" clId="{11F2FB7F-16C9-4A4D-9DAE-7095730F3742}" dt="2026-02-26T01:58:37.920" v="372" actId="14100"/>
          <ac:spMkLst>
            <pc:docMk/>
            <pc:sldMk cId="751912842" sldId="269"/>
            <ac:spMk id="3" creationId="{AD328FA2-EAB8-5CD0-0392-BAD064C2F8C3}"/>
          </ac:spMkLst>
        </pc:spChg>
      </pc:sldChg>
      <pc:sldChg chg="modSp add mod modTransition">
        <pc:chgData name="gadelohitareddy@gmail.com" userId="1978b8a774aa0d72" providerId="LiveId" clId="{11F2FB7F-16C9-4A4D-9DAE-7095730F3742}" dt="2026-02-26T02:17:51.557" v="512"/>
        <pc:sldMkLst>
          <pc:docMk/>
          <pc:sldMk cId="3313480335" sldId="270"/>
        </pc:sldMkLst>
        <pc:spChg chg="mod">
          <ac:chgData name="gadelohitareddy@gmail.com" userId="1978b8a774aa0d72" providerId="LiveId" clId="{11F2FB7F-16C9-4A4D-9DAE-7095730F3742}" dt="2026-02-26T02:04:33.176" v="382" actId="14100"/>
          <ac:spMkLst>
            <pc:docMk/>
            <pc:sldMk cId="3313480335" sldId="270"/>
            <ac:spMk id="3" creationId="{EC24BD08-C196-9222-B39B-BE1507241D52}"/>
          </ac:spMkLst>
        </pc:spChg>
      </pc:sldChg>
      <pc:sldChg chg="add modTransition">
        <pc:chgData name="gadelohitareddy@gmail.com" userId="1978b8a774aa0d72" providerId="LiveId" clId="{11F2FB7F-16C9-4A4D-9DAE-7095730F3742}" dt="2026-02-26T02:17:38.404" v="510"/>
        <pc:sldMkLst>
          <pc:docMk/>
          <pc:sldMk cId="1147816825" sldId="271"/>
        </pc:sldMkLst>
      </pc:sldChg>
      <pc:sldChg chg="add modTransition">
        <pc:chgData name="gadelohitareddy@gmail.com" userId="1978b8a774aa0d72" providerId="LiveId" clId="{11F2FB7F-16C9-4A4D-9DAE-7095730F3742}" dt="2026-02-26T02:17:31.587" v="509"/>
        <pc:sldMkLst>
          <pc:docMk/>
          <pc:sldMk cId="4047172843" sldId="272"/>
        </pc:sldMkLst>
      </pc:sldChg>
      <pc:sldChg chg="modSp add mod modTransition">
        <pc:chgData name="gadelohitareddy@gmail.com" userId="1978b8a774aa0d72" providerId="LiveId" clId="{11F2FB7F-16C9-4A4D-9DAE-7095730F3742}" dt="2026-02-26T02:17:26.378" v="508"/>
        <pc:sldMkLst>
          <pc:docMk/>
          <pc:sldMk cId="3247199962" sldId="273"/>
        </pc:sldMkLst>
        <pc:spChg chg="mod">
          <ac:chgData name="gadelohitareddy@gmail.com" userId="1978b8a774aa0d72" providerId="LiveId" clId="{11F2FB7F-16C9-4A4D-9DAE-7095730F3742}" dt="2026-02-26T02:07:22.599" v="455" actId="20577"/>
          <ac:spMkLst>
            <pc:docMk/>
            <pc:sldMk cId="3247199962" sldId="273"/>
            <ac:spMk id="3" creationId="{0B128CCE-BF41-1E22-1928-8179276B5362}"/>
          </ac:spMkLst>
        </pc:spChg>
        <pc:spChg chg="mod">
          <ac:chgData name="gadelohitareddy@gmail.com" userId="1978b8a774aa0d72" providerId="LiveId" clId="{11F2FB7F-16C9-4A4D-9DAE-7095730F3742}" dt="2026-02-26T02:07:43.457" v="457" actId="207"/>
          <ac:spMkLst>
            <pc:docMk/>
            <pc:sldMk cId="3247199962" sldId="273"/>
            <ac:spMk id="4" creationId="{ACEC23D1-082C-67CE-8A41-F43DC7CD44ED}"/>
          </ac:spMkLst>
        </pc:spChg>
        <pc:spChg chg="mod">
          <ac:chgData name="gadelohitareddy@gmail.com" userId="1978b8a774aa0d72" providerId="LiveId" clId="{11F2FB7F-16C9-4A4D-9DAE-7095730F3742}" dt="2026-02-26T02:05:42.126" v="386" actId="14100"/>
          <ac:spMkLst>
            <pc:docMk/>
            <pc:sldMk cId="3247199962" sldId="273"/>
            <ac:spMk id="5" creationId="{441CDCCF-5E37-BBA1-1576-23891F5BAD6B}"/>
          </ac:spMkLst>
        </pc:spChg>
        <pc:spChg chg="mod">
          <ac:chgData name="gadelohitareddy@gmail.com" userId="1978b8a774aa0d72" providerId="LiveId" clId="{11F2FB7F-16C9-4A4D-9DAE-7095730F3742}" dt="2026-02-26T02:08:31.271" v="461" actId="14100"/>
          <ac:spMkLst>
            <pc:docMk/>
            <pc:sldMk cId="3247199962" sldId="273"/>
            <ac:spMk id="6" creationId="{171D55DA-4B3F-9B54-45AD-A2C60F279C16}"/>
          </ac:spMkLst>
        </pc:spChg>
        <pc:cxnChg chg="mod">
          <ac:chgData name="gadelohitareddy@gmail.com" userId="1978b8a774aa0d72" providerId="LiveId" clId="{11F2FB7F-16C9-4A4D-9DAE-7095730F3742}" dt="2026-02-26T02:05:59.183" v="388" actId="14100"/>
          <ac:cxnSpMkLst>
            <pc:docMk/>
            <pc:sldMk cId="3247199962" sldId="273"/>
            <ac:cxnSpMk id="8" creationId="{B9BC2FCD-BCC3-0495-BD42-C3F32197CAF1}"/>
          </ac:cxnSpMkLst>
        </pc:cxnChg>
        <pc:cxnChg chg="mod">
          <ac:chgData name="gadelohitareddy@gmail.com" userId="1978b8a774aa0d72" providerId="LiveId" clId="{11F2FB7F-16C9-4A4D-9DAE-7095730F3742}" dt="2026-02-26T02:08:41.061" v="462" actId="14100"/>
          <ac:cxnSpMkLst>
            <pc:docMk/>
            <pc:sldMk cId="3247199962" sldId="273"/>
            <ac:cxnSpMk id="10" creationId="{ADF00C95-9504-0319-305B-C9767956C864}"/>
          </ac:cxnSpMkLst>
        </pc:cxnChg>
        <pc:cxnChg chg="mod">
          <ac:chgData name="gadelohitareddy@gmail.com" userId="1978b8a774aa0d72" providerId="LiveId" clId="{11F2FB7F-16C9-4A4D-9DAE-7095730F3742}" dt="2026-02-26T02:07:30.768" v="456" actId="1076"/>
          <ac:cxnSpMkLst>
            <pc:docMk/>
            <pc:sldMk cId="3247199962" sldId="273"/>
            <ac:cxnSpMk id="13" creationId="{342DB426-E0A8-1F35-5DBE-B151A345D4EC}"/>
          </ac:cxnSpMkLst>
        </pc:cxnChg>
      </pc:sldChg>
      <pc:sldChg chg="modSp add mod modTransition">
        <pc:chgData name="gadelohitareddy@gmail.com" userId="1978b8a774aa0d72" providerId="LiveId" clId="{11F2FB7F-16C9-4A4D-9DAE-7095730F3742}" dt="2026-02-26T02:17:18.980" v="507"/>
        <pc:sldMkLst>
          <pc:docMk/>
          <pc:sldMk cId="2069441846" sldId="274"/>
        </pc:sldMkLst>
        <pc:picChg chg="mod">
          <ac:chgData name="gadelohitareddy@gmail.com" userId="1978b8a774aa0d72" providerId="LiveId" clId="{11F2FB7F-16C9-4A4D-9DAE-7095730F3742}" dt="2026-02-26T02:08:06.578" v="459" actId="14100"/>
          <ac:picMkLst>
            <pc:docMk/>
            <pc:sldMk cId="2069441846" sldId="274"/>
            <ac:picMk id="5" creationId="{316A5BE1-F5A4-9748-A963-530DB9008ACC}"/>
          </ac:picMkLst>
        </pc:picChg>
      </pc:sldChg>
      <pc:sldChg chg="addSp modSp add mod modTransition">
        <pc:chgData name="gadelohitareddy@gmail.com" userId="1978b8a774aa0d72" providerId="LiveId" clId="{11F2FB7F-16C9-4A4D-9DAE-7095730F3742}" dt="2026-02-26T02:19:25.778" v="522" actId="14100"/>
        <pc:sldMkLst>
          <pc:docMk/>
          <pc:sldMk cId="3503618562" sldId="275"/>
        </pc:sldMkLst>
        <pc:spChg chg="mod">
          <ac:chgData name="gadelohitareddy@gmail.com" userId="1978b8a774aa0d72" providerId="LiveId" clId="{11F2FB7F-16C9-4A4D-9DAE-7095730F3742}" dt="2026-02-26T02:10:20.603" v="470" actId="113"/>
          <ac:spMkLst>
            <pc:docMk/>
            <pc:sldMk cId="3503618562" sldId="275"/>
            <ac:spMk id="2" creationId="{B0B9E399-210B-7ED1-C0CE-DC73E85CDCEC}"/>
          </ac:spMkLst>
        </pc:spChg>
        <pc:spChg chg="mod">
          <ac:chgData name="gadelohitareddy@gmail.com" userId="1978b8a774aa0d72" providerId="LiveId" clId="{11F2FB7F-16C9-4A4D-9DAE-7095730F3742}" dt="2026-02-26T02:18:11.529" v="514" actId="27636"/>
          <ac:spMkLst>
            <pc:docMk/>
            <pc:sldMk cId="3503618562" sldId="275"/>
            <ac:spMk id="3" creationId="{34CAF640-F708-F1FF-1C3F-DF1B05791B89}"/>
          </ac:spMkLst>
        </pc:spChg>
        <pc:picChg chg="add mod">
          <ac:chgData name="gadelohitareddy@gmail.com" userId="1978b8a774aa0d72" providerId="LiveId" clId="{11F2FB7F-16C9-4A4D-9DAE-7095730F3742}" dt="2026-02-26T02:19:25.778" v="522" actId="14100"/>
          <ac:picMkLst>
            <pc:docMk/>
            <pc:sldMk cId="3503618562" sldId="275"/>
            <ac:picMk id="5" creationId="{09B087A9-3601-D289-09BD-227D11F38930}"/>
          </ac:picMkLst>
        </pc:picChg>
      </pc:sldChg>
      <pc:sldChg chg="modSp add del mod modTransition">
        <pc:chgData name="gadelohitareddy@gmail.com" userId="1978b8a774aa0d72" providerId="LiveId" clId="{11F2FB7F-16C9-4A4D-9DAE-7095730F3742}" dt="2026-02-26T02:21:03.648" v="524" actId="47"/>
        <pc:sldMkLst>
          <pc:docMk/>
          <pc:sldMk cId="1928538790" sldId="276"/>
        </pc:sldMkLst>
        <pc:spChg chg="mod">
          <ac:chgData name="gadelohitareddy@gmail.com" userId="1978b8a774aa0d72" providerId="LiveId" clId="{11F2FB7F-16C9-4A4D-9DAE-7095730F3742}" dt="2026-02-26T02:11:46.647" v="479" actId="113"/>
          <ac:spMkLst>
            <pc:docMk/>
            <pc:sldMk cId="1928538790" sldId="276"/>
            <ac:spMk id="2" creationId="{B0862777-A255-C42A-FE33-E3C22D9328E4}"/>
          </ac:spMkLst>
        </pc:spChg>
        <pc:spChg chg="mod">
          <ac:chgData name="gadelohitareddy@gmail.com" userId="1978b8a774aa0d72" providerId="LiveId" clId="{11F2FB7F-16C9-4A4D-9DAE-7095730F3742}" dt="2026-02-26T02:19:39.942" v="523" actId="14100"/>
          <ac:spMkLst>
            <pc:docMk/>
            <pc:sldMk cId="1928538790" sldId="276"/>
            <ac:spMk id="3" creationId="{8B88673D-9054-973A-9EFE-7C738345A50E}"/>
          </ac:spMkLst>
        </pc:spChg>
      </pc:sldChg>
      <pc:sldChg chg="modSp add mod modTransition">
        <pc:chgData name="gadelohitareddy@gmail.com" userId="1978b8a774aa0d72" providerId="LiveId" clId="{11F2FB7F-16C9-4A4D-9DAE-7095730F3742}" dt="2026-02-26T02:16:51.897" v="504"/>
        <pc:sldMkLst>
          <pc:docMk/>
          <pc:sldMk cId="3135739057" sldId="277"/>
        </pc:sldMkLst>
        <pc:spChg chg="mod">
          <ac:chgData name="gadelohitareddy@gmail.com" userId="1978b8a774aa0d72" providerId="LiveId" clId="{11F2FB7F-16C9-4A4D-9DAE-7095730F3742}" dt="2026-02-26T02:11:28.998" v="477" actId="113"/>
          <ac:spMkLst>
            <pc:docMk/>
            <pc:sldMk cId="3135739057" sldId="277"/>
            <ac:spMk id="2" creationId="{7A976340-DA9D-0397-43AD-69636CE3BF50}"/>
          </ac:spMkLst>
        </pc:spChg>
        <pc:spChg chg="mod">
          <ac:chgData name="gadelohitareddy@gmail.com" userId="1978b8a774aa0d72" providerId="LiveId" clId="{11F2FB7F-16C9-4A4D-9DAE-7095730F3742}" dt="2026-02-26T02:11:39.583" v="478" actId="255"/>
          <ac:spMkLst>
            <pc:docMk/>
            <pc:sldMk cId="3135739057" sldId="277"/>
            <ac:spMk id="3" creationId="{E249CCFB-7CBC-FBFA-7574-5555361F9D24}"/>
          </ac:spMkLst>
        </pc:spChg>
      </pc:sldChg>
      <pc:sldChg chg="modSp add mod modTransition">
        <pc:chgData name="gadelohitareddy@gmail.com" userId="1978b8a774aa0d72" providerId="LiveId" clId="{11F2FB7F-16C9-4A4D-9DAE-7095730F3742}" dt="2026-02-26T02:16:46.830" v="503"/>
        <pc:sldMkLst>
          <pc:docMk/>
          <pc:sldMk cId="3068222083" sldId="278"/>
        </pc:sldMkLst>
        <pc:spChg chg="mod">
          <ac:chgData name="gadelohitareddy@gmail.com" userId="1978b8a774aa0d72" providerId="LiveId" clId="{11F2FB7F-16C9-4A4D-9DAE-7095730F3742}" dt="2026-02-26T02:11:08.605" v="475" actId="113"/>
          <ac:spMkLst>
            <pc:docMk/>
            <pc:sldMk cId="3068222083" sldId="278"/>
            <ac:spMk id="2" creationId="{60840DD6-7C6B-E25D-133E-EBAB6C46A88C}"/>
          </ac:spMkLst>
        </pc:spChg>
        <pc:spChg chg="mod">
          <ac:chgData name="gadelohitareddy@gmail.com" userId="1978b8a774aa0d72" providerId="LiveId" clId="{11F2FB7F-16C9-4A4D-9DAE-7095730F3742}" dt="2026-02-26T02:11:19.495" v="476" actId="255"/>
          <ac:spMkLst>
            <pc:docMk/>
            <pc:sldMk cId="3068222083" sldId="278"/>
            <ac:spMk id="4" creationId="{725FA5B4-6686-8837-43B8-771BCA040D71}"/>
          </ac:spMkLst>
        </pc:spChg>
      </pc:sldChg>
      <pc:sldChg chg="addSp modSp add mod modTransition">
        <pc:chgData name="gadelohitareddy@gmail.com" userId="1978b8a774aa0d72" providerId="LiveId" clId="{11F2FB7F-16C9-4A4D-9DAE-7095730F3742}" dt="2026-02-26T02:23:17.212" v="541"/>
        <pc:sldMkLst>
          <pc:docMk/>
          <pc:sldMk cId="1928538790" sldId="279"/>
        </pc:sldMkLst>
        <pc:spChg chg="mod">
          <ac:chgData name="gadelohitareddy@gmail.com" userId="1978b8a774aa0d72" providerId="LiveId" clId="{11F2FB7F-16C9-4A4D-9DAE-7095730F3742}" dt="2026-02-26T02:22:03.785" v="529" actId="113"/>
          <ac:spMkLst>
            <pc:docMk/>
            <pc:sldMk cId="1928538790" sldId="279"/>
            <ac:spMk id="2" creationId="{B0862777-A255-C42A-FE33-E3C22D9328E4}"/>
          </ac:spMkLst>
        </pc:spChg>
        <pc:spChg chg="mod">
          <ac:chgData name="gadelohitareddy@gmail.com" userId="1978b8a774aa0d72" providerId="LiveId" clId="{11F2FB7F-16C9-4A4D-9DAE-7095730F3742}" dt="2026-02-26T02:22:29.807" v="533" actId="255"/>
          <ac:spMkLst>
            <pc:docMk/>
            <pc:sldMk cId="1928538790" sldId="279"/>
            <ac:spMk id="3" creationId="{8B88673D-9054-973A-9EFE-7C738345A50E}"/>
          </ac:spMkLst>
        </pc:spChg>
        <pc:picChg chg="add mod">
          <ac:chgData name="gadelohitareddy@gmail.com" userId="1978b8a774aa0d72" providerId="LiveId" clId="{11F2FB7F-16C9-4A4D-9DAE-7095730F3742}" dt="2026-02-26T02:23:05.061" v="540" actId="14100"/>
          <ac:picMkLst>
            <pc:docMk/>
            <pc:sldMk cId="1928538790" sldId="279"/>
            <ac:picMk id="5" creationId="{AE1F86A3-17D9-CFDA-FC95-B7174FE6112C}"/>
          </ac:picMkLst>
        </pc:picChg>
      </pc:sldChg>
      <pc:sldChg chg="new del">
        <pc:chgData name="gadelohitareddy@gmail.com" userId="1978b8a774aa0d72" providerId="LiveId" clId="{11F2FB7F-16C9-4A4D-9DAE-7095730F3742}" dt="2026-02-26T02:21:08.366" v="526" actId="47"/>
        <pc:sldMkLst>
          <pc:docMk/>
          <pc:sldMk cId="2190497377" sldId="279"/>
        </pc:sldMkLst>
      </pc:sldChg>
      <pc:sldMasterChg chg="modTransition modSldLayout">
        <pc:chgData name="gadelohitareddy@gmail.com" userId="1978b8a774aa0d72" providerId="LiveId" clId="{11F2FB7F-16C9-4A4D-9DAE-7095730F3742}" dt="2026-02-26T02:14:32.412" v="488"/>
        <pc:sldMasterMkLst>
          <pc:docMk/>
          <pc:sldMasterMk cId="0" sldId="2147483648"/>
        </pc:sldMasterMkLst>
        <pc:sldLayoutChg chg="modTransition">
          <pc:chgData name="gadelohitareddy@gmail.com" userId="1978b8a774aa0d72" providerId="LiveId" clId="{11F2FB7F-16C9-4A4D-9DAE-7095730F3742}" dt="2026-02-26T02:14:32.412" v="488"/>
          <pc:sldLayoutMkLst>
            <pc:docMk/>
            <pc:sldMasterMk cId="0" sldId="2147483648"/>
            <pc:sldLayoutMk cId="0" sldId="2147483649"/>
          </pc:sldLayoutMkLst>
        </pc:sldLayoutChg>
        <pc:sldLayoutChg chg="modTransition">
          <pc:chgData name="gadelohitareddy@gmail.com" userId="1978b8a774aa0d72" providerId="LiveId" clId="{11F2FB7F-16C9-4A4D-9DAE-7095730F3742}" dt="2026-02-26T02:14:32.412" v="488"/>
          <pc:sldLayoutMkLst>
            <pc:docMk/>
            <pc:sldMasterMk cId="0" sldId="2147483648"/>
            <pc:sldLayoutMk cId="0" sldId="2147483650"/>
          </pc:sldLayoutMkLst>
        </pc:sldLayoutChg>
        <pc:sldLayoutChg chg="modTransition">
          <pc:chgData name="gadelohitareddy@gmail.com" userId="1978b8a774aa0d72" providerId="LiveId" clId="{11F2FB7F-16C9-4A4D-9DAE-7095730F3742}" dt="2026-02-26T02:14:32.412" v="488"/>
          <pc:sldLayoutMkLst>
            <pc:docMk/>
            <pc:sldMasterMk cId="0" sldId="2147483648"/>
            <pc:sldLayoutMk cId="0" sldId="2147483651"/>
          </pc:sldLayoutMkLst>
        </pc:sldLayoutChg>
        <pc:sldLayoutChg chg="modTransition">
          <pc:chgData name="gadelohitareddy@gmail.com" userId="1978b8a774aa0d72" providerId="LiveId" clId="{11F2FB7F-16C9-4A4D-9DAE-7095730F3742}" dt="2026-02-26T02:14:32.412" v="488"/>
          <pc:sldLayoutMkLst>
            <pc:docMk/>
            <pc:sldMasterMk cId="0" sldId="2147483648"/>
            <pc:sldLayoutMk cId="0" sldId="2147483652"/>
          </pc:sldLayoutMkLst>
        </pc:sldLayoutChg>
        <pc:sldLayoutChg chg="modTransition">
          <pc:chgData name="gadelohitareddy@gmail.com" userId="1978b8a774aa0d72" providerId="LiveId" clId="{11F2FB7F-16C9-4A4D-9DAE-7095730F3742}" dt="2026-02-26T02:14:32.412" v="488"/>
          <pc:sldLayoutMkLst>
            <pc:docMk/>
            <pc:sldMasterMk cId="0" sldId="2147483648"/>
            <pc:sldLayoutMk cId="0" sldId="2147483653"/>
          </pc:sldLayoutMkLst>
        </pc:sldLayoutChg>
        <pc:sldLayoutChg chg="modTransition">
          <pc:chgData name="gadelohitareddy@gmail.com" userId="1978b8a774aa0d72" providerId="LiveId" clId="{11F2FB7F-16C9-4A4D-9DAE-7095730F3742}" dt="2026-02-26T02:14:32.412" v="488"/>
          <pc:sldLayoutMkLst>
            <pc:docMk/>
            <pc:sldMasterMk cId="0" sldId="2147483648"/>
            <pc:sldLayoutMk cId="0" sldId="2147483654"/>
          </pc:sldLayoutMkLst>
        </pc:sldLayoutChg>
        <pc:sldLayoutChg chg="modTransition">
          <pc:chgData name="gadelohitareddy@gmail.com" userId="1978b8a774aa0d72" providerId="LiveId" clId="{11F2FB7F-16C9-4A4D-9DAE-7095730F3742}" dt="2026-02-26T02:14:32.412" v="488"/>
          <pc:sldLayoutMkLst>
            <pc:docMk/>
            <pc:sldMasterMk cId="0" sldId="2147483648"/>
            <pc:sldLayoutMk cId="0" sldId="2147483655"/>
          </pc:sldLayoutMkLst>
        </pc:sldLayoutChg>
        <pc:sldLayoutChg chg="modTransition">
          <pc:chgData name="gadelohitareddy@gmail.com" userId="1978b8a774aa0d72" providerId="LiveId" clId="{11F2FB7F-16C9-4A4D-9DAE-7095730F3742}" dt="2026-02-26T02:14:32.412" v="488"/>
          <pc:sldLayoutMkLst>
            <pc:docMk/>
            <pc:sldMasterMk cId="0" sldId="2147483648"/>
            <pc:sldLayoutMk cId="0" sldId="2147483656"/>
          </pc:sldLayoutMkLst>
        </pc:sldLayoutChg>
        <pc:sldLayoutChg chg="modTransition">
          <pc:chgData name="gadelohitareddy@gmail.com" userId="1978b8a774aa0d72" providerId="LiveId" clId="{11F2FB7F-16C9-4A4D-9DAE-7095730F3742}" dt="2026-02-26T02:14:32.412" v="488"/>
          <pc:sldLayoutMkLst>
            <pc:docMk/>
            <pc:sldMasterMk cId="0" sldId="2147483648"/>
            <pc:sldLayoutMk cId="0" sldId="2147483657"/>
          </pc:sldLayoutMkLst>
        </pc:sldLayoutChg>
        <pc:sldLayoutChg chg="modTransition">
          <pc:chgData name="gadelohitareddy@gmail.com" userId="1978b8a774aa0d72" providerId="LiveId" clId="{11F2FB7F-16C9-4A4D-9DAE-7095730F3742}" dt="2026-02-26T02:14:32.412" v="488"/>
          <pc:sldLayoutMkLst>
            <pc:docMk/>
            <pc:sldMasterMk cId="0" sldId="2147483648"/>
            <pc:sldLayoutMk cId="0" sldId="2147483658"/>
          </pc:sldLayoutMkLst>
        </pc:sldLayoutChg>
        <pc:sldLayoutChg chg="modTransition">
          <pc:chgData name="gadelohitareddy@gmail.com" userId="1978b8a774aa0d72" providerId="LiveId" clId="{11F2FB7F-16C9-4A4D-9DAE-7095730F3742}" dt="2026-02-26T02:14:32.412" v="488"/>
          <pc:sldLayoutMkLst>
            <pc:docMk/>
            <pc:sldMasterMk cId="0" sldId="2147483648"/>
            <pc:sldLayoutMk cId="0" sldId="2147483659"/>
          </pc:sldLayoutMkLst>
        </pc:sldLayoutChg>
        <pc:sldLayoutChg chg="modTransition">
          <pc:chgData name="gadelohitareddy@gmail.com" userId="1978b8a774aa0d72" providerId="LiveId" clId="{11F2FB7F-16C9-4A4D-9DAE-7095730F3742}" dt="2026-02-26T02:14:32.412" v="488"/>
          <pc:sldLayoutMkLst>
            <pc:docMk/>
            <pc:sldMasterMk cId="0" sldId="2147483648"/>
            <pc:sldLayoutMk cId="0" sldId="2147483660"/>
          </pc:sldLayoutMkLst>
        </pc:sldLayoutChg>
        <pc:sldLayoutChg chg="modTransition">
          <pc:chgData name="gadelohitareddy@gmail.com" userId="1978b8a774aa0d72" providerId="LiveId" clId="{11F2FB7F-16C9-4A4D-9DAE-7095730F3742}" dt="2026-02-26T02:14:32.412" v="488"/>
          <pc:sldLayoutMkLst>
            <pc:docMk/>
            <pc:sldMasterMk cId="0" sldId="2147483648"/>
            <pc:sldLayoutMk cId="0" sldId="2147483663"/>
          </pc:sldLayoutMkLst>
        </pc:sldLayoutChg>
        <pc:sldLayoutChg chg="modTransition">
          <pc:chgData name="gadelohitareddy@gmail.com" userId="1978b8a774aa0d72" providerId="LiveId" clId="{11F2FB7F-16C9-4A4D-9DAE-7095730F3742}" dt="2026-02-26T02:14:32.412" v="488"/>
          <pc:sldLayoutMkLst>
            <pc:docMk/>
            <pc:sldMasterMk cId="0" sldId="2147483648"/>
            <pc:sldLayoutMk cId="0" sldId="2147483664"/>
          </pc:sldLayoutMkLst>
        </pc:sldLayoutChg>
        <pc:sldLayoutChg chg="modTransition">
          <pc:chgData name="gadelohitareddy@gmail.com" userId="1978b8a774aa0d72" providerId="LiveId" clId="{11F2FB7F-16C9-4A4D-9DAE-7095730F3742}" dt="2026-02-26T02:14:32.412" v="488"/>
          <pc:sldLayoutMkLst>
            <pc:docMk/>
            <pc:sldMasterMk cId="0" sldId="2147483648"/>
            <pc:sldLayoutMk cId="0" sldId="2147483665"/>
          </pc:sldLayoutMkLst>
        </pc:sldLayoutChg>
        <pc:sldLayoutChg chg="modTransition">
          <pc:chgData name="gadelohitareddy@gmail.com" userId="1978b8a774aa0d72" providerId="LiveId" clId="{11F2FB7F-16C9-4A4D-9DAE-7095730F3742}" dt="2026-02-26T02:14:32.412" v="488"/>
          <pc:sldLayoutMkLst>
            <pc:docMk/>
            <pc:sldMasterMk cId="0" sldId="2147483648"/>
            <pc:sldLayoutMk cId="0" sldId="2147483667"/>
          </pc:sldLayoutMkLst>
        </pc:sldLayoutChg>
        <pc:sldLayoutChg chg="modTransition">
          <pc:chgData name="gadelohitareddy@gmail.com" userId="1978b8a774aa0d72" providerId="LiveId" clId="{11F2FB7F-16C9-4A4D-9DAE-7095730F3742}" dt="2026-02-26T02:14:32.412" v="488"/>
          <pc:sldLayoutMkLst>
            <pc:docMk/>
            <pc:sldMasterMk cId="0" sldId="2147483648"/>
            <pc:sldLayoutMk cId="0" sldId="2147483668"/>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AEF61D-8FFA-4F24-BE01-86F27B82ECBC}" type="datetimeFigureOut">
              <a:rPr lang="en-IN" smtClean="0"/>
              <a:t>26-02-2026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D18267-F82F-4C82-B7BD-5E7E820C9D5F}" type="slidenum">
              <a:rPr lang="en-IN" smtClean="0"/>
              <a:t>‹#›</a:t>
            </a:fld>
            <a:endParaRPr lang="en-IN"/>
          </a:p>
        </p:txBody>
      </p:sp>
    </p:spTree>
    <p:extLst>
      <p:ext uri="{BB962C8B-B14F-4D97-AF65-F5344CB8AC3E}">
        <p14:creationId xmlns:p14="http://schemas.microsoft.com/office/powerpoint/2010/main" val="6789585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DD18267-F82F-4C82-B7BD-5E7E820C9D5F}" type="slidenum">
              <a:rPr lang="en-IN" smtClean="0"/>
              <a:t>3</a:t>
            </a:fld>
            <a:endParaRPr lang="en-IN"/>
          </a:p>
        </p:txBody>
      </p:sp>
    </p:spTree>
    <p:extLst>
      <p:ext uri="{BB962C8B-B14F-4D97-AF65-F5344CB8AC3E}">
        <p14:creationId xmlns:p14="http://schemas.microsoft.com/office/powerpoint/2010/main" val="40065148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DD18267-F82F-4C82-B7BD-5E7E820C9D5F}" type="slidenum">
              <a:rPr lang="en-IN" smtClean="0"/>
              <a:t>22</a:t>
            </a:fld>
            <a:endParaRPr lang="en-IN"/>
          </a:p>
        </p:txBody>
      </p:sp>
    </p:spTree>
    <p:extLst>
      <p:ext uri="{BB962C8B-B14F-4D97-AF65-F5344CB8AC3E}">
        <p14:creationId xmlns:p14="http://schemas.microsoft.com/office/powerpoint/2010/main" val="62162206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2/26/2026</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2/26/2026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2/26/2026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2/26/2026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2/26/2026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2/26/2026</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8"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5.xml"/><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88D3D6-6944-937A-48A1-369FAB8081D1}"/>
              </a:ext>
            </a:extLst>
          </p:cNvPr>
          <p:cNvSpPr>
            <a:spLocks noGrp="1"/>
          </p:cNvSpPr>
          <p:nvPr>
            <p:ph type="ctrTitle"/>
          </p:nvPr>
        </p:nvSpPr>
        <p:spPr>
          <a:xfrm>
            <a:off x="601133" y="1591732"/>
            <a:ext cx="6435196" cy="2734733"/>
          </a:xfrm>
        </p:spPr>
        <p:txBody>
          <a:bodyPr/>
          <a:lstStyle/>
          <a:p>
            <a:r>
              <a:rPr lang="en-IN" b="1" dirty="0"/>
              <a:t>INFOSYS SPRINGBOARD VIRTUAL INTERNSHIP 6.0</a:t>
            </a:r>
          </a:p>
        </p:txBody>
      </p:sp>
      <p:pic>
        <p:nvPicPr>
          <p:cNvPr id="5" name="Picture 4">
            <a:extLst>
              <a:ext uri="{FF2B5EF4-FFF2-40B4-BE49-F238E27FC236}">
                <a16:creationId xmlns:a16="http://schemas.microsoft.com/office/drawing/2014/main" id="{7DB03FC8-26FD-97A2-A320-0CF037F3203E}"/>
              </a:ext>
            </a:extLst>
          </p:cNvPr>
          <p:cNvPicPr>
            <a:picLocks noChangeAspect="1"/>
          </p:cNvPicPr>
          <p:nvPr/>
        </p:nvPicPr>
        <p:blipFill>
          <a:blip r:embed="rId2"/>
          <a:stretch>
            <a:fillRect/>
          </a:stretch>
        </p:blipFill>
        <p:spPr>
          <a:xfrm>
            <a:off x="7365999" y="76201"/>
            <a:ext cx="4445001" cy="6375400"/>
          </a:xfrm>
          <a:prstGeom prst="rect">
            <a:avLst/>
          </a:prstGeom>
        </p:spPr>
      </p:pic>
    </p:spTree>
    <p:extLst>
      <p:ext uri="{BB962C8B-B14F-4D97-AF65-F5344CB8AC3E}">
        <p14:creationId xmlns:p14="http://schemas.microsoft.com/office/powerpoint/2010/main" val="4241059176"/>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C5238-F43F-D924-000D-B4C0C2FACB86}"/>
              </a:ext>
            </a:extLst>
          </p:cNvPr>
          <p:cNvSpPr>
            <a:spLocks noGrp="1"/>
          </p:cNvSpPr>
          <p:nvPr>
            <p:ph type="ctrTitle"/>
          </p:nvPr>
        </p:nvSpPr>
        <p:spPr>
          <a:xfrm>
            <a:off x="736599" y="457200"/>
            <a:ext cx="5359401" cy="5731934"/>
          </a:xfrm>
        </p:spPr>
        <p:txBody>
          <a:bodyPr>
            <a:normAutofit fontScale="90000"/>
          </a:bodyPr>
          <a:lstStyle/>
          <a:p>
            <a:pPr algn="ctr"/>
            <a:r>
              <a:rPr lang="en-IN" dirty="0"/>
              <a:t>Project on</a:t>
            </a:r>
            <a:br>
              <a:rPr lang="en-IN" dirty="0"/>
            </a:br>
            <a:br>
              <a:rPr lang="en-IN" dirty="0"/>
            </a:br>
            <a:r>
              <a:rPr lang="en-US" b="1" dirty="0"/>
              <a:t> AI-Powered Identity Verification and Fraud Detection for KYC Compliance</a:t>
            </a:r>
            <a:br>
              <a:rPr lang="en-IN" dirty="0"/>
            </a:br>
            <a:br>
              <a:rPr lang="en-IN" dirty="0"/>
            </a:br>
            <a:endParaRPr lang="en-IN" dirty="0"/>
          </a:p>
        </p:txBody>
      </p:sp>
      <p:pic>
        <p:nvPicPr>
          <p:cNvPr id="5" name="Picture 4">
            <a:extLst>
              <a:ext uri="{FF2B5EF4-FFF2-40B4-BE49-F238E27FC236}">
                <a16:creationId xmlns:a16="http://schemas.microsoft.com/office/drawing/2014/main" id="{E219AF14-4FDB-72C0-6C09-B219884459CC}"/>
              </a:ext>
            </a:extLst>
          </p:cNvPr>
          <p:cNvPicPr>
            <a:picLocks noChangeAspect="1"/>
          </p:cNvPicPr>
          <p:nvPr/>
        </p:nvPicPr>
        <p:blipFill>
          <a:blip r:embed="rId2"/>
          <a:stretch>
            <a:fillRect/>
          </a:stretch>
        </p:blipFill>
        <p:spPr>
          <a:xfrm>
            <a:off x="6705599" y="567267"/>
            <a:ext cx="4639733" cy="5410200"/>
          </a:xfrm>
          <a:prstGeom prst="rect">
            <a:avLst/>
          </a:prstGeom>
        </p:spPr>
      </p:pic>
    </p:spTree>
    <p:extLst>
      <p:ext uri="{BB962C8B-B14F-4D97-AF65-F5344CB8AC3E}">
        <p14:creationId xmlns:p14="http://schemas.microsoft.com/office/powerpoint/2010/main" val="4193362740"/>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450A4E3-FA0B-881D-E430-7C2C08586F30}"/>
              </a:ext>
            </a:extLst>
          </p:cNvPr>
          <p:cNvSpPr>
            <a:spLocks noGrp="1"/>
          </p:cNvSpPr>
          <p:nvPr>
            <p:ph type="title"/>
          </p:nvPr>
        </p:nvSpPr>
        <p:spPr>
          <a:xfrm>
            <a:off x="685800" y="338666"/>
            <a:ext cx="10131425" cy="1456267"/>
          </a:xfrm>
        </p:spPr>
        <p:txBody>
          <a:bodyPr/>
          <a:lstStyle/>
          <a:p>
            <a:r>
              <a:rPr lang="en-IN" dirty="0"/>
              <a:t> introduction:-</a:t>
            </a:r>
          </a:p>
        </p:txBody>
      </p:sp>
      <p:sp>
        <p:nvSpPr>
          <p:cNvPr id="8" name="Rectangle 1">
            <a:extLst>
              <a:ext uri="{FF2B5EF4-FFF2-40B4-BE49-F238E27FC236}">
                <a16:creationId xmlns:a16="http://schemas.microsoft.com/office/drawing/2014/main" id="{85344E24-E42B-3163-A680-E2D61BD6F88B}"/>
              </a:ext>
            </a:extLst>
          </p:cNvPr>
          <p:cNvSpPr>
            <a:spLocks noGrp="1" noChangeArrowheads="1"/>
          </p:cNvSpPr>
          <p:nvPr>
            <p:ph idx="1"/>
          </p:nvPr>
        </p:nvSpPr>
        <p:spPr bwMode="auto">
          <a:xfrm>
            <a:off x="321733" y="1853755"/>
            <a:ext cx="10495492"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800" i="0" u="none" strike="noStrike" cap="none" normalizeH="0" baseline="0" dirty="0">
                <a:ln>
                  <a:noFill/>
                </a:ln>
                <a:solidFill>
                  <a:schemeClr val="tx1"/>
                </a:solidFill>
                <a:effectLst/>
              </a:rPr>
              <a:t>Ensures customer identity is verified digitally using AI instead of manual checking.</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800" i="0" u="none" strike="noStrike" cap="none" normalizeH="0" baseline="0" dirty="0">
                <a:ln>
                  <a:noFill/>
                </a:ln>
                <a:solidFill>
                  <a:schemeClr val="tx1"/>
                </a:solidFill>
                <a:effectLst/>
              </a:rPr>
              <a:t>Detects fake, tampered, or forged documents during the KYC process.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800" i="0" u="none" strike="noStrike" cap="none" normalizeH="0" baseline="0" dirty="0">
                <a:ln>
                  <a:noFill/>
                </a:ln>
                <a:solidFill>
                  <a:schemeClr val="tx1"/>
                </a:solidFill>
                <a:effectLst/>
              </a:rPr>
              <a:t>Uses face matching and data analysis to confirm that the person is genuine.</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800" i="0" u="none" strike="noStrike" cap="none" normalizeH="0" baseline="0" dirty="0">
                <a:ln>
                  <a:noFill/>
                </a:ln>
                <a:solidFill>
                  <a:schemeClr val="tx1"/>
                </a:solidFill>
                <a:effectLst/>
              </a:rPr>
              <a:t>Identifies suspicious patterns to prevent fraud and financial crimes.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800" i="0" u="none" strike="noStrike" cap="none" normalizeH="0" baseline="0" dirty="0">
                <a:ln>
                  <a:noFill/>
                </a:ln>
                <a:solidFill>
                  <a:schemeClr val="tx1"/>
                </a:solidFill>
                <a:effectLst/>
              </a:rPr>
              <a:t>Makes the KYC process faster, more accurate, and more secure for organizations.</a:t>
            </a:r>
          </a:p>
        </p:txBody>
      </p:sp>
    </p:spTree>
    <p:extLst>
      <p:ext uri="{BB962C8B-B14F-4D97-AF65-F5344CB8AC3E}">
        <p14:creationId xmlns:p14="http://schemas.microsoft.com/office/powerpoint/2010/main" val="3451515351"/>
      </p:ext>
    </p:extLst>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2CA41-E9AC-A72B-6A86-1E694A533C4F}"/>
              </a:ext>
            </a:extLst>
          </p:cNvPr>
          <p:cNvSpPr>
            <a:spLocks noGrp="1"/>
          </p:cNvSpPr>
          <p:nvPr>
            <p:ph type="title"/>
          </p:nvPr>
        </p:nvSpPr>
        <p:spPr>
          <a:xfrm>
            <a:off x="550334" y="194733"/>
            <a:ext cx="10131425" cy="1456267"/>
          </a:xfrm>
        </p:spPr>
        <p:txBody>
          <a:bodyPr/>
          <a:lstStyle/>
          <a:p>
            <a:r>
              <a:rPr lang="en-IN" dirty="0"/>
              <a:t>Existing SYSTEM</a:t>
            </a:r>
          </a:p>
        </p:txBody>
      </p:sp>
      <p:sp>
        <p:nvSpPr>
          <p:cNvPr id="3" name="Content Placeholder 2">
            <a:extLst>
              <a:ext uri="{FF2B5EF4-FFF2-40B4-BE49-F238E27FC236}">
                <a16:creationId xmlns:a16="http://schemas.microsoft.com/office/drawing/2014/main" id="{08BED669-BE6F-9589-36E8-CA00C6031C0F}"/>
              </a:ext>
            </a:extLst>
          </p:cNvPr>
          <p:cNvSpPr>
            <a:spLocks noGrp="1"/>
          </p:cNvSpPr>
          <p:nvPr>
            <p:ph idx="1"/>
          </p:nvPr>
        </p:nvSpPr>
        <p:spPr>
          <a:xfrm>
            <a:off x="110067" y="1397001"/>
            <a:ext cx="11938000" cy="5266266"/>
          </a:xfrm>
        </p:spPr>
        <p:txBody>
          <a:bodyPr>
            <a:normAutofit fontScale="92500"/>
          </a:bodyPr>
          <a:lstStyle/>
          <a:p>
            <a:pPr marL="0" indent="0">
              <a:buNone/>
            </a:pPr>
            <a:r>
              <a:rPr lang="en-US" b="1" dirty="0"/>
              <a:t>Existing System (Traditional / Current Research)</a:t>
            </a:r>
          </a:p>
          <a:p>
            <a:pPr marL="0" indent="0">
              <a:buNone/>
            </a:pPr>
            <a:r>
              <a:rPr lang="en-US" b="1" dirty="0"/>
              <a:t>1. Manual &amp; Rule-Based KYC Verification</a:t>
            </a:r>
            <a:endParaRPr lang="en-US" dirty="0"/>
          </a:p>
          <a:p>
            <a:r>
              <a:rPr lang="en-US" dirty="0"/>
              <a:t>Most older systems rely on </a:t>
            </a:r>
            <a:r>
              <a:rPr lang="en-US" i="1" dirty="0"/>
              <a:t>manual document checks</a:t>
            </a:r>
            <a:r>
              <a:rPr lang="en-US" dirty="0"/>
              <a:t>, visual inspection of IDs, and static rules (e.g., “if ID matches, approve”).</a:t>
            </a:r>
          </a:p>
          <a:p>
            <a:r>
              <a:rPr lang="en-US" dirty="0"/>
              <a:t>These are slow, error-prone, and easy to bypass with forged documents. </a:t>
            </a:r>
          </a:p>
          <a:p>
            <a:pPr marL="0" indent="0">
              <a:buNone/>
            </a:pPr>
            <a:r>
              <a:rPr lang="en-US" b="1" dirty="0"/>
              <a:t>2. Basic Biometric Verification</a:t>
            </a:r>
            <a:endParaRPr lang="en-US" dirty="0"/>
          </a:p>
          <a:p>
            <a:r>
              <a:rPr lang="en-US" dirty="0"/>
              <a:t>Current digital KYC uses </a:t>
            </a:r>
            <a:r>
              <a:rPr lang="en-US" i="1" dirty="0"/>
              <a:t>OCR for extracting data</a:t>
            </a:r>
            <a:r>
              <a:rPr lang="en-US" dirty="0"/>
              <a:t> and </a:t>
            </a:r>
            <a:r>
              <a:rPr lang="en-US" i="1" dirty="0"/>
              <a:t>facial recognition</a:t>
            </a:r>
            <a:r>
              <a:rPr lang="en-US" dirty="0"/>
              <a:t> for matching photos from documents to selfies.</a:t>
            </a:r>
          </a:p>
          <a:p>
            <a:r>
              <a:rPr lang="en-US" dirty="0"/>
              <a:t>These systems improve automation but struggle against advanced spoofing (deepfakes, synthetic faces). </a:t>
            </a:r>
          </a:p>
          <a:p>
            <a:pPr marL="0" indent="0">
              <a:buNone/>
            </a:pPr>
            <a:r>
              <a:rPr lang="en-US" b="1" dirty="0"/>
              <a:t>3. Traditional Machine Learning Models</a:t>
            </a:r>
            <a:endParaRPr lang="en-US" dirty="0"/>
          </a:p>
          <a:p>
            <a:r>
              <a:rPr lang="en-US" dirty="0"/>
              <a:t>Some systems apply ML algorithms (like decision trees, SVMs, or simple anomaly detectors) for fraud spotting.</a:t>
            </a:r>
          </a:p>
          <a:p>
            <a:r>
              <a:rPr lang="en-US" dirty="0"/>
              <a:t>These often </a:t>
            </a:r>
            <a:r>
              <a:rPr lang="en-US" i="1" dirty="0"/>
              <a:t>lack adaptability</a:t>
            </a:r>
            <a:r>
              <a:rPr lang="en-US" dirty="0"/>
              <a:t> to evolving fraud patterns and can fail in real-time detection. </a:t>
            </a:r>
          </a:p>
          <a:p>
            <a:pPr marL="0" indent="0">
              <a:buNone/>
            </a:pPr>
            <a:r>
              <a:rPr lang="en-US" b="1" dirty="0"/>
              <a:t>4. Separate Fraud Detection</a:t>
            </a:r>
            <a:endParaRPr lang="en-US" dirty="0"/>
          </a:p>
          <a:p>
            <a:r>
              <a:rPr lang="en-US" dirty="0"/>
              <a:t>Often fraud detection (transaction anomalies, AML rules) and KYC are </a:t>
            </a:r>
            <a:r>
              <a:rPr lang="en-US" i="1" dirty="0"/>
              <a:t>handled independently</a:t>
            </a:r>
            <a:r>
              <a:rPr lang="en-US" dirty="0"/>
              <a:t>, not integrated in a cohesive pipeline.</a:t>
            </a:r>
          </a:p>
          <a:p>
            <a:r>
              <a:rPr lang="en-US" dirty="0"/>
              <a:t>This can lead to blind spots where identity and behavior signals aren’t correlated effectively.</a:t>
            </a:r>
          </a:p>
          <a:p>
            <a:endParaRPr lang="en-IN" dirty="0"/>
          </a:p>
        </p:txBody>
      </p:sp>
    </p:spTree>
    <p:extLst>
      <p:ext uri="{BB962C8B-B14F-4D97-AF65-F5344CB8AC3E}">
        <p14:creationId xmlns:p14="http://schemas.microsoft.com/office/powerpoint/2010/main" val="1781790907"/>
      </p:ext>
    </p:extLst>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E35DEF-6AE3-3AA5-6E5C-BE66E666DB54}"/>
              </a:ext>
            </a:extLst>
          </p:cNvPr>
          <p:cNvSpPr>
            <a:spLocks noGrp="1"/>
          </p:cNvSpPr>
          <p:nvPr>
            <p:ph idx="1"/>
          </p:nvPr>
        </p:nvSpPr>
        <p:spPr>
          <a:xfrm>
            <a:off x="474133" y="1049867"/>
            <a:ext cx="10343093" cy="4741333"/>
          </a:xfrm>
        </p:spPr>
        <p:txBody>
          <a:bodyPr/>
          <a:lstStyle/>
          <a:p>
            <a:pPr marL="0" indent="0">
              <a:buNone/>
            </a:pPr>
            <a:r>
              <a:rPr lang="en-US" b="1" dirty="0"/>
              <a:t>5.  Real-Time &amp; Privacy-Preserving Design</a:t>
            </a:r>
            <a:endParaRPr lang="en-US" dirty="0"/>
          </a:p>
          <a:p>
            <a:pPr marL="0" indent="0">
              <a:buNone/>
            </a:pPr>
            <a:r>
              <a:rPr lang="en-US" dirty="0"/>
              <a:t>Emerging architectures aim to be </a:t>
            </a:r>
            <a:r>
              <a:rPr lang="en-US" i="1" dirty="0"/>
              <a:t>real-time</a:t>
            </a:r>
            <a:r>
              <a:rPr lang="en-US" dirty="0"/>
              <a:t>, </a:t>
            </a:r>
            <a:r>
              <a:rPr lang="en-US" i="1" dirty="0"/>
              <a:t>scalable</a:t>
            </a:r>
            <a:r>
              <a:rPr lang="en-US" dirty="0"/>
              <a:t>, and </a:t>
            </a:r>
            <a:r>
              <a:rPr lang="en-US" i="1" dirty="0"/>
              <a:t>privacy friendly</a:t>
            </a:r>
            <a:r>
              <a:rPr lang="en-US" dirty="0"/>
              <a:t> — combining AI with techniques like federated learning to preserve data security while still spotting fraud across distributed systems</a:t>
            </a:r>
          </a:p>
          <a:p>
            <a:pPr marL="0" indent="0">
              <a:buNone/>
            </a:pPr>
            <a:endParaRPr lang="en-US" dirty="0"/>
          </a:p>
          <a:p>
            <a:pPr marL="0" indent="0">
              <a:buNone/>
            </a:pPr>
            <a:r>
              <a:rPr lang="en-US" b="1" dirty="0"/>
              <a:t>6. High Operational Cost</a:t>
            </a:r>
            <a:br>
              <a:rPr lang="en-US" dirty="0"/>
            </a:br>
            <a:r>
              <a:rPr lang="en-US" dirty="0"/>
              <a:t>Traditional KYC systems require human verification teams, manual review processes, and physical document handling. This increases operational cost for banks and financial institutions.</a:t>
            </a:r>
          </a:p>
          <a:p>
            <a:pPr marL="0" indent="0">
              <a:buNone/>
            </a:pPr>
            <a:endParaRPr lang="en-US" dirty="0"/>
          </a:p>
          <a:p>
            <a:pPr marL="0" indent="0">
              <a:buNone/>
            </a:pPr>
            <a:r>
              <a:rPr lang="en-US" b="1" dirty="0"/>
              <a:t>7. Poor Scalability</a:t>
            </a:r>
            <a:br>
              <a:rPr lang="en-US" dirty="0"/>
            </a:br>
            <a:r>
              <a:rPr lang="en-US" dirty="0"/>
              <a:t>When the number of customers increases (for example during peak account openings), existing systems struggle to handle large volumes efficiently, leading to delays and customer dissatisfaction.</a:t>
            </a:r>
          </a:p>
          <a:p>
            <a:endParaRPr lang="en-IN" dirty="0"/>
          </a:p>
        </p:txBody>
      </p:sp>
    </p:spTree>
    <p:extLst>
      <p:ext uri="{BB962C8B-B14F-4D97-AF65-F5344CB8AC3E}">
        <p14:creationId xmlns:p14="http://schemas.microsoft.com/office/powerpoint/2010/main" val="934985921"/>
      </p:ext>
    </p:extLst>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D8994-606F-938C-EFCF-C17D4F2E099E}"/>
              </a:ext>
            </a:extLst>
          </p:cNvPr>
          <p:cNvSpPr>
            <a:spLocks noGrp="1"/>
          </p:cNvSpPr>
          <p:nvPr>
            <p:ph type="title"/>
          </p:nvPr>
        </p:nvSpPr>
        <p:spPr>
          <a:xfrm>
            <a:off x="245533" y="1"/>
            <a:ext cx="11802534" cy="2006600"/>
          </a:xfrm>
        </p:spPr>
        <p:txBody>
          <a:bodyPr>
            <a:normAutofit/>
          </a:bodyPr>
          <a:lstStyle/>
          <a:p>
            <a:r>
              <a:rPr lang="en-US" b="1" dirty="0"/>
              <a:t>                                                      PROPOSED SYSTEM</a:t>
            </a:r>
            <a:br>
              <a:rPr lang="en-US" b="1" dirty="0"/>
            </a:br>
            <a:r>
              <a:rPr lang="en-US" b="1" dirty="0"/>
              <a:t> (Advanced AI-Driven Models from IEEE / Latest Research)</a:t>
            </a:r>
            <a:endParaRPr lang="en-IN" dirty="0"/>
          </a:p>
        </p:txBody>
      </p:sp>
      <p:sp>
        <p:nvSpPr>
          <p:cNvPr id="3" name="Content Placeholder 2">
            <a:extLst>
              <a:ext uri="{FF2B5EF4-FFF2-40B4-BE49-F238E27FC236}">
                <a16:creationId xmlns:a16="http://schemas.microsoft.com/office/drawing/2014/main" id="{207A994A-24F4-D5B5-B756-E24818D933C4}"/>
              </a:ext>
            </a:extLst>
          </p:cNvPr>
          <p:cNvSpPr>
            <a:spLocks noGrp="1"/>
          </p:cNvSpPr>
          <p:nvPr>
            <p:ph idx="1"/>
          </p:nvPr>
        </p:nvSpPr>
        <p:spPr>
          <a:xfrm>
            <a:off x="143933" y="1862667"/>
            <a:ext cx="11853334" cy="4826000"/>
          </a:xfrm>
        </p:spPr>
        <p:txBody>
          <a:bodyPr>
            <a:normAutofit fontScale="92500" lnSpcReduction="20000"/>
          </a:bodyPr>
          <a:lstStyle/>
          <a:p>
            <a:pPr marL="0" indent="0">
              <a:buNone/>
            </a:pPr>
            <a:r>
              <a:rPr lang="en-US" b="1" dirty="0"/>
              <a:t>1. Multi-Modal AI Verification</a:t>
            </a:r>
            <a:endParaRPr lang="en-US" dirty="0"/>
          </a:p>
          <a:p>
            <a:pPr marL="0" indent="0">
              <a:buNone/>
            </a:pPr>
            <a:r>
              <a:rPr lang="en-US" dirty="0"/>
              <a:t>Frameworks like </a:t>
            </a:r>
            <a:r>
              <a:rPr lang="en-US" b="1" dirty="0"/>
              <a:t>“Zero-to-One IDV”</a:t>
            </a:r>
            <a:r>
              <a:rPr lang="en-US" dirty="0"/>
              <a:t> propose combining </a:t>
            </a:r>
            <a:r>
              <a:rPr lang="en-US" i="1" dirty="0"/>
              <a:t>document verification, biometric analysis, risk scoring, and orchestration</a:t>
            </a:r>
            <a:r>
              <a:rPr lang="en-US" dirty="0"/>
              <a:t> as integrated layers. AI drives each layer with deep learning, making verification </a:t>
            </a:r>
            <a:r>
              <a:rPr lang="en-US" i="1" dirty="0"/>
              <a:t>more accurate and robust</a:t>
            </a:r>
            <a:r>
              <a:rPr lang="en-US" dirty="0"/>
              <a:t>. </a:t>
            </a:r>
          </a:p>
          <a:p>
            <a:pPr marL="0" indent="0">
              <a:buNone/>
            </a:pPr>
            <a:r>
              <a:rPr lang="en-US" b="1" dirty="0"/>
              <a:t>2. Microservice AI Architecture</a:t>
            </a:r>
            <a:endParaRPr lang="en-US" dirty="0"/>
          </a:p>
          <a:p>
            <a:pPr marL="0" indent="0">
              <a:buNone/>
            </a:pPr>
            <a:r>
              <a:rPr lang="en-US" dirty="0"/>
              <a:t>Recent research proposes </a:t>
            </a:r>
            <a:r>
              <a:rPr lang="en-US" b="1" dirty="0"/>
              <a:t>agentic AI microservices</a:t>
            </a:r>
            <a:r>
              <a:rPr lang="en-US" dirty="0"/>
              <a:t> that break down identity verification into modular tasks (OCR, deepfake detection, liveness tests). These micro-agents </a:t>
            </a:r>
            <a:r>
              <a:rPr lang="en-US" i="1" dirty="0"/>
              <a:t>operate in real-time</a:t>
            </a:r>
            <a:r>
              <a:rPr lang="en-US" dirty="0"/>
              <a:t> and escalate complex cases to humans if needed. </a:t>
            </a:r>
          </a:p>
          <a:p>
            <a:pPr marL="0" indent="0">
              <a:buNone/>
            </a:pPr>
            <a:r>
              <a:rPr lang="en-US" b="1" dirty="0"/>
              <a:t>3. Deep Learning &amp; Multi-Expert Models for Fraud</a:t>
            </a:r>
            <a:endParaRPr lang="en-US" dirty="0"/>
          </a:p>
          <a:p>
            <a:pPr marL="0" indent="0">
              <a:buNone/>
            </a:pPr>
            <a:r>
              <a:rPr lang="en-US" dirty="0"/>
              <a:t>Hybrid deep models (e.g., combining RNNs, Transformers, autoencoders) dynamically detect </a:t>
            </a:r>
            <a:r>
              <a:rPr lang="en-US" i="1" dirty="0"/>
              <a:t>anomalous behavior in transactions</a:t>
            </a:r>
            <a:r>
              <a:rPr lang="en-US" dirty="0"/>
              <a:t>, supporting regulatory compliance (including KYC and AML) and </a:t>
            </a:r>
            <a:r>
              <a:rPr lang="en-US" i="1" dirty="0"/>
              <a:t>adapting to evolving fraud patterns</a:t>
            </a:r>
            <a:r>
              <a:rPr lang="en-US" dirty="0"/>
              <a:t>. </a:t>
            </a:r>
          </a:p>
          <a:p>
            <a:pPr marL="0" indent="0">
              <a:buNone/>
            </a:pPr>
            <a:r>
              <a:rPr lang="en-US" b="1" dirty="0"/>
              <a:t>4. Behavioral Biometrics &amp; Dynamic Features</a:t>
            </a:r>
            <a:endParaRPr lang="en-US" dirty="0"/>
          </a:p>
          <a:p>
            <a:pPr marL="0" indent="0">
              <a:buNone/>
            </a:pPr>
            <a:r>
              <a:rPr lang="en-US" dirty="0"/>
              <a:t>Proposed systems integrate </a:t>
            </a:r>
            <a:r>
              <a:rPr lang="en-US" i="1" dirty="0"/>
              <a:t>behavior signals</a:t>
            </a:r>
            <a:r>
              <a:rPr lang="en-US" dirty="0"/>
              <a:t> (like keystroke dynamics, mouse movement, interaction patterns) with biometric verification to detect </a:t>
            </a:r>
            <a:r>
              <a:rPr lang="en-US" i="1" dirty="0"/>
              <a:t>synthetic identities and advanced spoofing</a:t>
            </a:r>
            <a:r>
              <a:rPr lang="en-US" dirty="0"/>
              <a:t> beyond static matching. </a:t>
            </a:r>
          </a:p>
          <a:p>
            <a:pPr marL="0" indent="0">
              <a:buNone/>
            </a:pPr>
            <a:r>
              <a:rPr lang="en-US" b="1" dirty="0"/>
              <a:t>5. Real-Time &amp; Privacy-Preserving Design</a:t>
            </a:r>
            <a:endParaRPr lang="en-US" dirty="0"/>
          </a:p>
          <a:p>
            <a:pPr marL="0" indent="0">
              <a:buNone/>
            </a:pPr>
            <a:r>
              <a:rPr lang="en-US" dirty="0"/>
              <a:t>Emerging architectures aim to be </a:t>
            </a:r>
            <a:r>
              <a:rPr lang="en-US" i="1" dirty="0"/>
              <a:t>real-time</a:t>
            </a:r>
            <a:r>
              <a:rPr lang="en-US" dirty="0"/>
              <a:t>, </a:t>
            </a:r>
            <a:r>
              <a:rPr lang="en-US" i="1" dirty="0"/>
              <a:t>scalable</a:t>
            </a:r>
            <a:r>
              <a:rPr lang="en-US" dirty="0"/>
              <a:t>, and </a:t>
            </a:r>
            <a:r>
              <a:rPr lang="en-US" i="1" dirty="0"/>
              <a:t>privacy friendly</a:t>
            </a:r>
            <a:r>
              <a:rPr lang="en-US" dirty="0"/>
              <a:t> — combining AI with techniques like federated learning to preserve data security while still spotting fraud across distributed systems.</a:t>
            </a:r>
          </a:p>
          <a:p>
            <a:pPr marL="0" indent="0">
              <a:buNone/>
            </a:pPr>
            <a:endParaRPr lang="en-IN" dirty="0"/>
          </a:p>
        </p:txBody>
      </p:sp>
    </p:spTree>
    <p:extLst>
      <p:ext uri="{BB962C8B-B14F-4D97-AF65-F5344CB8AC3E}">
        <p14:creationId xmlns:p14="http://schemas.microsoft.com/office/powerpoint/2010/main" val="1688822928"/>
      </p:ext>
    </p:extLst>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403D0ABD-E282-45E9-7297-9ABFF94B35F5}"/>
              </a:ext>
            </a:extLst>
          </p:cNvPr>
          <p:cNvSpPr>
            <a:spLocks noGrp="1"/>
          </p:cNvSpPr>
          <p:nvPr>
            <p:ph type="body" idx="1"/>
          </p:nvPr>
        </p:nvSpPr>
        <p:spPr>
          <a:xfrm>
            <a:off x="304804" y="194734"/>
            <a:ext cx="4709054" cy="576262"/>
          </a:xfrm>
        </p:spPr>
        <p:txBody>
          <a:bodyPr/>
          <a:lstStyle/>
          <a:p>
            <a:r>
              <a:rPr lang="en-IN" dirty="0"/>
              <a:t>Existing system</a:t>
            </a:r>
          </a:p>
        </p:txBody>
      </p:sp>
      <p:pic>
        <p:nvPicPr>
          <p:cNvPr id="10" name="Content Placeholder 9">
            <a:extLst>
              <a:ext uri="{FF2B5EF4-FFF2-40B4-BE49-F238E27FC236}">
                <a16:creationId xmlns:a16="http://schemas.microsoft.com/office/drawing/2014/main" id="{8ED16B38-6A94-E6B7-A8B0-BD328DBF4D3A}"/>
              </a:ext>
            </a:extLst>
          </p:cNvPr>
          <p:cNvPicPr>
            <a:picLocks noGrp="1" noChangeAspect="1"/>
          </p:cNvPicPr>
          <p:nvPr>
            <p:ph sz="half" idx="2"/>
          </p:nvPr>
        </p:nvPicPr>
        <p:blipFill>
          <a:blip r:embed="rId2"/>
          <a:stretch>
            <a:fillRect/>
          </a:stretch>
        </p:blipFill>
        <p:spPr>
          <a:xfrm>
            <a:off x="304804" y="897466"/>
            <a:ext cx="5367863" cy="2531533"/>
          </a:xfrm>
          <a:prstGeom prst="rect">
            <a:avLst/>
          </a:prstGeom>
        </p:spPr>
      </p:pic>
      <p:sp>
        <p:nvSpPr>
          <p:cNvPr id="7" name="Text Placeholder 6">
            <a:extLst>
              <a:ext uri="{FF2B5EF4-FFF2-40B4-BE49-F238E27FC236}">
                <a16:creationId xmlns:a16="http://schemas.microsoft.com/office/drawing/2014/main" id="{0BECB463-A96E-87E9-4357-E42C43EFD376}"/>
              </a:ext>
            </a:extLst>
          </p:cNvPr>
          <p:cNvSpPr>
            <a:spLocks noGrp="1"/>
          </p:cNvSpPr>
          <p:nvPr>
            <p:ph type="body" sz="quarter" idx="3"/>
          </p:nvPr>
        </p:nvSpPr>
        <p:spPr>
          <a:xfrm>
            <a:off x="6273803" y="203201"/>
            <a:ext cx="4722813" cy="576262"/>
          </a:xfrm>
        </p:spPr>
        <p:txBody>
          <a:bodyPr/>
          <a:lstStyle/>
          <a:p>
            <a:r>
              <a:rPr lang="en-IN" dirty="0"/>
              <a:t>Proposed system</a:t>
            </a:r>
          </a:p>
        </p:txBody>
      </p:sp>
      <p:pic>
        <p:nvPicPr>
          <p:cNvPr id="12" name="Content Placeholder 11">
            <a:extLst>
              <a:ext uri="{FF2B5EF4-FFF2-40B4-BE49-F238E27FC236}">
                <a16:creationId xmlns:a16="http://schemas.microsoft.com/office/drawing/2014/main" id="{50B0673A-A31F-1DB4-29D5-1FC5BC8B32A8}"/>
              </a:ext>
            </a:extLst>
          </p:cNvPr>
          <p:cNvPicPr>
            <a:picLocks noGrp="1" noChangeAspect="1"/>
          </p:cNvPicPr>
          <p:nvPr>
            <p:ph sz="quarter" idx="4"/>
          </p:nvPr>
        </p:nvPicPr>
        <p:blipFill>
          <a:blip r:embed="rId3"/>
          <a:stretch>
            <a:fillRect/>
          </a:stretch>
        </p:blipFill>
        <p:spPr>
          <a:xfrm>
            <a:off x="304804" y="3946259"/>
            <a:ext cx="5367863" cy="2646892"/>
          </a:xfrm>
          <a:prstGeom prst="rect">
            <a:avLst/>
          </a:prstGeom>
        </p:spPr>
      </p:pic>
      <p:pic>
        <p:nvPicPr>
          <p:cNvPr id="14" name="Picture 13">
            <a:extLst>
              <a:ext uri="{FF2B5EF4-FFF2-40B4-BE49-F238E27FC236}">
                <a16:creationId xmlns:a16="http://schemas.microsoft.com/office/drawing/2014/main" id="{7F2F101B-ADD1-7AB3-9F29-2D76B8A99703}"/>
              </a:ext>
            </a:extLst>
          </p:cNvPr>
          <p:cNvPicPr>
            <a:picLocks noChangeAspect="1"/>
          </p:cNvPicPr>
          <p:nvPr/>
        </p:nvPicPr>
        <p:blipFill>
          <a:blip r:embed="rId4"/>
          <a:stretch>
            <a:fillRect/>
          </a:stretch>
        </p:blipFill>
        <p:spPr>
          <a:xfrm>
            <a:off x="5918200" y="897466"/>
            <a:ext cx="5968996" cy="5757333"/>
          </a:xfrm>
          <a:prstGeom prst="rect">
            <a:avLst/>
          </a:prstGeom>
        </p:spPr>
      </p:pic>
    </p:spTree>
    <p:extLst>
      <p:ext uri="{BB962C8B-B14F-4D97-AF65-F5344CB8AC3E}">
        <p14:creationId xmlns:p14="http://schemas.microsoft.com/office/powerpoint/2010/main" val="2225800415"/>
      </p:ext>
    </p:extLst>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65BD58E-26A3-710C-28F5-D04700DCE947}"/>
              </a:ext>
            </a:extLst>
          </p:cNvPr>
          <p:cNvSpPr>
            <a:spLocks noGrp="1"/>
          </p:cNvSpPr>
          <p:nvPr>
            <p:ph type="title"/>
          </p:nvPr>
        </p:nvSpPr>
        <p:spPr/>
        <p:txBody>
          <a:bodyPr>
            <a:normAutofit/>
          </a:bodyPr>
          <a:lstStyle/>
          <a:p>
            <a:r>
              <a:rPr lang="en-IN" sz="4400" b="1" dirty="0"/>
              <a:t>PROJECT DIVISION</a:t>
            </a:r>
          </a:p>
        </p:txBody>
      </p:sp>
      <p:pic>
        <p:nvPicPr>
          <p:cNvPr id="12" name="Picture Placeholder 11">
            <a:extLst>
              <a:ext uri="{FF2B5EF4-FFF2-40B4-BE49-F238E27FC236}">
                <a16:creationId xmlns:a16="http://schemas.microsoft.com/office/drawing/2014/main" id="{9DC75770-7D48-8DBD-9EAA-994C48A8D7F0}"/>
              </a:ext>
            </a:extLst>
          </p:cNvPr>
          <p:cNvPicPr>
            <a:picLocks noGrp="1" noChangeAspect="1"/>
          </p:cNvPicPr>
          <p:nvPr>
            <p:ph type="pic" idx="1"/>
          </p:nvPr>
        </p:nvPicPr>
        <p:blipFill>
          <a:blip r:embed="rId2"/>
          <a:srcRect t="3556" b="3556"/>
          <a:stretch>
            <a:fillRect/>
          </a:stretch>
        </p:blipFill>
        <p:spPr>
          <a:xfrm>
            <a:off x="5156200" y="217023"/>
            <a:ext cx="6781800" cy="6429309"/>
          </a:xfrm>
          <a:prstGeom prst="roundRect">
            <a:avLst>
              <a:gd name="adj" fmla="val 4280"/>
            </a:avLst>
          </a:prstGeom>
          <a:ln w="50800" cap="sq" cmpd="dbl">
            <a:gradFill flip="none" rotWithShape="1">
              <a:gsLst>
                <a:gs pos="0">
                  <a:srgbClr val="FFFFFF"/>
                </a:gs>
                <a:gs pos="100000">
                  <a:prstClr val="white">
                    <a:alpha val="0"/>
                  </a:prstClr>
                </a:gs>
              </a:gsLst>
              <a:path path="circle">
                <a:fillToRect l="50000" t="50000" r="50000" b="50000"/>
              </a:path>
              <a:tileRect/>
            </a:gradFill>
            <a:miter lim="800000"/>
          </a:ln>
          <a:effectLst>
            <a:outerShdw blurRad="254000" algn="tl" rotWithShape="0">
              <a:srgbClr val="000000">
                <a:alpha val="43000"/>
              </a:srgbClr>
            </a:outerShdw>
          </a:effectLst>
        </p:spPr>
      </p:pic>
      <p:sp>
        <p:nvSpPr>
          <p:cNvPr id="10" name="Text Placeholder 9">
            <a:extLst>
              <a:ext uri="{FF2B5EF4-FFF2-40B4-BE49-F238E27FC236}">
                <a16:creationId xmlns:a16="http://schemas.microsoft.com/office/drawing/2014/main" id="{FAD24404-CE6A-E9B5-6031-0DC9821A4385}"/>
              </a:ext>
            </a:extLst>
          </p:cNvPr>
          <p:cNvSpPr>
            <a:spLocks noGrp="1"/>
          </p:cNvSpPr>
          <p:nvPr>
            <p:ph type="body" sz="half" idx="2"/>
          </p:nvPr>
        </p:nvSpPr>
        <p:spPr>
          <a:xfrm>
            <a:off x="254001" y="2971800"/>
            <a:ext cx="4902199" cy="1828800"/>
          </a:xfrm>
        </p:spPr>
        <p:txBody>
          <a:bodyPr>
            <a:normAutofit fontScale="62500" lnSpcReduction="20000"/>
          </a:bodyPr>
          <a:lstStyle/>
          <a:p>
            <a:r>
              <a:rPr lang="en-IN" sz="4200" b="1" dirty="0"/>
              <a:t>MODULE  </a:t>
            </a:r>
            <a:r>
              <a:rPr lang="en-IN" sz="2800" dirty="0"/>
              <a:t>-4</a:t>
            </a:r>
          </a:p>
          <a:p>
            <a:r>
              <a:rPr lang="en-IN" sz="2800" dirty="0"/>
              <a:t>Project is divided into 4 module </a:t>
            </a:r>
          </a:p>
          <a:p>
            <a:r>
              <a:rPr lang="en-IN" sz="2800" dirty="0"/>
              <a:t>and each modules have 2 things to perform:-</a:t>
            </a:r>
          </a:p>
          <a:p>
            <a:r>
              <a:rPr lang="en-IN" sz="2800" dirty="0"/>
              <a:t>                                            OBJECTIVE</a:t>
            </a:r>
          </a:p>
          <a:p>
            <a:r>
              <a:rPr lang="en-IN" sz="2800" dirty="0"/>
              <a:t>                                             TASK</a:t>
            </a:r>
          </a:p>
        </p:txBody>
      </p:sp>
    </p:spTree>
    <p:extLst>
      <p:ext uri="{BB962C8B-B14F-4D97-AF65-F5344CB8AC3E}">
        <p14:creationId xmlns:p14="http://schemas.microsoft.com/office/powerpoint/2010/main" val="6933962"/>
      </p:ext>
    </p:extLst>
  </p:cSld>
  <p:clrMapOvr>
    <a:masterClrMapping/>
  </p:clrMapOvr>
  <p:transition spd="med">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06BBB-EB13-42B6-7BDF-BBD22EDDF6D6}"/>
              </a:ext>
            </a:extLst>
          </p:cNvPr>
          <p:cNvSpPr>
            <a:spLocks noGrp="1"/>
          </p:cNvSpPr>
          <p:nvPr>
            <p:ph type="title"/>
          </p:nvPr>
        </p:nvSpPr>
        <p:spPr>
          <a:xfrm>
            <a:off x="685802" y="609600"/>
            <a:ext cx="2878666" cy="778933"/>
          </a:xfrm>
        </p:spPr>
        <p:txBody>
          <a:bodyPr>
            <a:normAutofit/>
          </a:bodyPr>
          <a:lstStyle/>
          <a:p>
            <a:r>
              <a:rPr lang="en-IN" b="1" dirty="0"/>
              <a:t>MILESTONE</a:t>
            </a:r>
          </a:p>
        </p:txBody>
      </p:sp>
      <p:sp>
        <p:nvSpPr>
          <p:cNvPr id="5" name="Content Placeholder 4">
            <a:extLst>
              <a:ext uri="{FF2B5EF4-FFF2-40B4-BE49-F238E27FC236}">
                <a16:creationId xmlns:a16="http://schemas.microsoft.com/office/drawing/2014/main" id="{6E5C59F1-60A8-E4B8-4CAF-B3CC8006BF71}"/>
              </a:ext>
            </a:extLst>
          </p:cNvPr>
          <p:cNvSpPr>
            <a:spLocks noGrp="1"/>
          </p:cNvSpPr>
          <p:nvPr>
            <p:ph idx="1"/>
          </p:nvPr>
        </p:nvSpPr>
        <p:spPr>
          <a:xfrm>
            <a:off x="67733" y="1600200"/>
            <a:ext cx="11963400" cy="5147733"/>
          </a:xfrm>
        </p:spPr>
        <p:txBody>
          <a:bodyPr>
            <a:normAutofit/>
          </a:bodyPr>
          <a:lstStyle/>
          <a:p>
            <a:r>
              <a:rPr lang="en-US" sz="2400" b="1" dirty="0"/>
              <a:t>Milestone 1</a:t>
            </a:r>
            <a:r>
              <a:rPr lang="en-US" dirty="0"/>
              <a:t> – Data Preparation Completed "In the first milestone, we collected KYC documents like AADHAR and utility </a:t>
            </a:r>
            <a:r>
              <a:rPr lang="en-US" dirty="0" err="1"/>
              <a:t>bills.We</a:t>
            </a:r>
            <a:r>
              <a:rPr lang="en-US" dirty="0"/>
              <a:t> cleaned and standardized the data, extracted address details, and prepared structured datasets ready for AI model training.”</a:t>
            </a:r>
          </a:p>
          <a:p>
            <a:r>
              <a:rPr lang="en-US" dirty="0"/>
              <a:t> </a:t>
            </a:r>
            <a:r>
              <a:rPr lang="en-US" sz="2400" b="1" dirty="0"/>
              <a:t>Milestone 2 </a:t>
            </a:r>
            <a:r>
              <a:rPr lang="en-US" dirty="0"/>
              <a:t>– Model Development Completed "In the second milestone, we developed AI models including NLP for document analysis, GNN for anomaly detection, and computer vision for verification. The models were trained and evaluated to ensure accurate identity and address validation.”</a:t>
            </a:r>
          </a:p>
          <a:p>
            <a:r>
              <a:rPr lang="en-US" dirty="0"/>
              <a:t> </a:t>
            </a:r>
            <a:r>
              <a:rPr lang="en-US" sz="2400" b="1" dirty="0"/>
              <a:t>Milestone 3 </a:t>
            </a:r>
            <a:r>
              <a:rPr lang="en-US" dirty="0"/>
              <a:t>– System Integration Achieved "In the third milestone, we integrated the trained models into AML and KYC systems. We built a real-time fraud detection pipeline and validated the system against compliance standards.”</a:t>
            </a:r>
          </a:p>
          <a:p>
            <a:r>
              <a:rPr lang="en-US" sz="2400" b="1" dirty="0"/>
              <a:t> Milestone 4 </a:t>
            </a:r>
            <a:r>
              <a:rPr lang="en-US" dirty="0"/>
              <a:t>– Deployment &amp; Validation Completed "In the final milestone, we deployed the full system in a secure environment. We tested it using real AADHAR-based data to confirm fraud detection accuracy and regulatory compliance.”</a:t>
            </a:r>
            <a:endParaRPr lang="en-IN" dirty="0"/>
          </a:p>
        </p:txBody>
      </p:sp>
    </p:spTree>
    <p:extLst>
      <p:ext uri="{BB962C8B-B14F-4D97-AF65-F5344CB8AC3E}">
        <p14:creationId xmlns:p14="http://schemas.microsoft.com/office/powerpoint/2010/main" val="719813017"/>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56020D2-F1B9-092A-1399-CE43F4C22383}"/>
              </a:ext>
            </a:extLst>
          </p:cNvPr>
          <p:cNvSpPr>
            <a:spLocks noGrp="1"/>
          </p:cNvSpPr>
          <p:nvPr>
            <p:ph type="title"/>
          </p:nvPr>
        </p:nvSpPr>
        <p:spPr/>
        <p:txBody>
          <a:bodyPr/>
          <a:lstStyle/>
          <a:p>
            <a:r>
              <a:rPr lang="en-IN" dirty="0"/>
              <a:t>MODULE AND MILETSTOME WHAT’S THE DIFFERENCE IN THIS AI POWERED IDENTIFICATION PROCESS</a:t>
            </a:r>
          </a:p>
        </p:txBody>
      </p:sp>
      <p:sp>
        <p:nvSpPr>
          <p:cNvPr id="5" name="Content Placeholder 4">
            <a:extLst>
              <a:ext uri="{FF2B5EF4-FFF2-40B4-BE49-F238E27FC236}">
                <a16:creationId xmlns:a16="http://schemas.microsoft.com/office/drawing/2014/main" id="{A4715C6D-140F-5262-DE37-D5A3787AF405}"/>
              </a:ext>
            </a:extLst>
          </p:cNvPr>
          <p:cNvSpPr>
            <a:spLocks noGrp="1"/>
          </p:cNvSpPr>
          <p:nvPr>
            <p:ph sz="half" idx="1"/>
          </p:nvPr>
        </p:nvSpPr>
        <p:spPr>
          <a:xfrm>
            <a:off x="143933" y="2142067"/>
            <a:ext cx="5537203" cy="4326466"/>
          </a:xfrm>
        </p:spPr>
        <p:txBody>
          <a:bodyPr>
            <a:normAutofit/>
          </a:bodyPr>
          <a:lstStyle/>
          <a:p>
            <a:pPr marL="0" indent="0">
              <a:buNone/>
            </a:pPr>
            <a:r>
              <a:rPr lang="en-US" dirty="0"/>
              <a:t>Modules (</a:t>
            </a:r>
            <a:r>
              <a:rPr lang="en-US" b="1" dirty="0"/>
              <a:t>WHAT you are building</a:t>
            </a:r>
            <a:r>
              <a:rPr lang="en-US" dirty="0"/>
              <a:t>)Modules are the project phases or functional parts of your system.</a:t>
            </a:r>
          </a:p>
          <a:p>
            <a:pPr marL="0" indent="0">
              <a:buNone/>
            </a:pPr>
            <a:r>
              <a:rPr lang="en-US" dirty="0"/>
              <a:t>They describe what work needs to be done. In your project, the 4 Modules are:</a:t>
            </a:r>
          </a:p>
          <a:p>
            <a:pPr>
              <a:buFont typeface="Wingdings" panose="05000000000000000000" pitchFamily="2" charset="2"/>
              <a:buChar char="q"/>
            </a:pPr>
            <a:r>
              <a:rPr lang="en-US" dirty="0"/>
              <a:t>Data Collection &amp; Preprocessing</a:t>
            </a:r>
          </a:p>
          <a:p>
            <a:pPr>
              <a:buFont typeface="Wingdings" panose="05000000000000000000" pitchFamily="2" charset="2"/>
              <a:buChar char="q"/>
            </a:pPr>
            <a:r>
              <a:rPr lang="en-US" dirty="0"/>
              <a:t> Model Development </a:t>
            </a:r>
          </a:p>
          <a:p>
            <a:pPr>
              <a:buFont typeface="Wingdings" panose="05000000000000000000" pitchFamily="2" charset="2"/>
              <a:buChar char="q"/>
            </a:pPr>
            <a:r>
              <a:rPr lang="en-US" dirty="0"/>
              <a:t>AML &amp; KYC System Integration</a:t>
            </a:r>
          </a:p>
          <a:p>
            <a:pPr>
              <a:buFont typeface="Wingdings" panose="05000000000000000000" pitchFamily="2" charset="2"/>
              <a:buChar char="q"/>
            </a:pPr>
            <a:r>
              <a:rPr lang="en-US" dirty="0"/>
              <a:t>Deployment &amp; Verification</a:t>
            </a:r>
          </a:p>
          <a:p>
            <a:pPr marL="0" indent="0">
              <a:buNone/>
            </a:pPr>
            <a:r>
              <a:rPr lang="en-US" dirty="0"/>
              <a:t> Modules explain the process and tasks like collecting AADHAR data, building NLP/GNN models, integrating systems, and deploying.</a:t>
            </a:r>
            <a:endParaRPr lang="en-IN" dirty="0"/>
          </a:p>
        </p:txBody>
      </p:sp>
      <p:sp>
        <p:nvSpPr>
          <p:cNvPr id="6" name="Content Placeholder 5">
            <a:extLst>
              <a:ext uri="{FF2B5EF4-FFF2-40B4-BE49-F238E27FC236}">
                <a16:creationId xmlns:a16="http://schemas.microsoft.com/office/drawing/2014/main" id="{B777C1D2-C2F0-77E9-FC3F-F459218337D9}"/>
              </a:ext>
            </a:extLst>
          </p:cNvPr>
          <p:cNvSpPr>
            <a:spLocks noGrp="1"/>
          </p:cNvSpPr>
          <p:nvPr>
            <p:ph sz="half" idx="2"/>
          </p:nvPr>
        </p:nvSpPr>
        <p:spPr>
          <a:xfrm>
            <a:off x="5821895" y="2142067"/>
            <a:ext cx="4995332" cy="4106333"/>
          </a:xfrm>
        </p:spPr>
        <p:txBody>
          <a:bodyPr>
            <a:normAutofit/>
          </a:bodyPr>
          <a:lstStyle/>
          <a:p>
            <a:pPr marL="0" indent="0">
              <a:buNone/>
            </a:pPr>
            <a:r>
              <a:rPr lang="en-US" dirty="0"/>
              <a:t>Milestones are the completion checkpoints.</a:t>
            </a:r>
          </a:p>
          <a:p>
            <a:pPr marL="0" indent="0">
              <a:buNone/>
            </a:pPr>
            <a:r>
              <a:rPr lang="en-US" dirty="0"/>
              <a:t>They </a:t>
            </a:r>
            <a:r>
              <a:rPr lang="en-US" b="1" dirty="0"/>
              <a:t>show progress and results</a:t>
            </a:r>
            <a:r>
              <a:rPr lang="en-US" dirty="0"/>
              <a:t> achieved after finishing each module.</a:t>
            </a:r>
          </a:p>
          <a:p>
            <a:pPr marL="0" indent="0">
              <a:buNone/>
            </a:pPr>
            <a:r>
              <a:rPr lang="en-US" dirty="0"/>
              <a:t>In your project:</a:t>
            </a:r>
          </a:p>
          <a:p>
            <a:r>
              <a:rPr lang="en-US" dirty="0"/>
              <a:t>Milestone 1 → Data collected and cleaned</a:t>
            </a:r>
          </a:p>
          <a:p>
            <a:r>
              <a:rPr lang="en-US" dirty="0"/>
              <a:t>Milestone 2 → AI models developed and evaluated</a:t>
            </a:r>
          </a:p>
          <a:p>
            <a:r>
              <a:rPr lang="en-US" dirty="0"/>
              <a:t>Milestone 3 → Models integrated into AML/KYC system</a:t>
            </a:r>
          </a:p>
          <a:p>
            <a:r>
              <a:rPr lang="en-US" dirty="0"/>
              <a:t>Milestone 4 → Full system deployed and validated</a:t>
            </a:r>
            <a:endParaRPr lang="en-IN" dirty="0"/>
          </a:p>
        </p:txBody>
      </p:sp>
    </p:spTree>
    <p:extLst>
      <p:ext uri="{BB962C8B-B14F-4D97-AF65-F5344CB8AC3E}">
        <p14:creationId xmlns:p14="http://schemas.microsoft.com/office/powerpoint/2010/main" val="152640439"/>
      </p:ext>
    </p:extLst>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609F079-8BD8-829A-7A7F-BA563B296CED}"/>
              </a:ext>
            </a:extLst>
          </p:cNvPr>
          <p:cNvSpPr>
            <a:spLocks noGrp="1"/>
          </p:cNvSpPr>
          <p:nvPr>
            <p:ph type="ctrTitle"/>
          </p:nvPr>
        </p:nvSpPr>
        <p:spPr>
          <a:xfrm>
            <a:off x="5765799" y="1964268"/>
            <a:ext cx="5394325" cy="2269065"/>
          </a:xfrm>
        </p:spPr>
        <p:txBody>
          <a:bodyPr/>
          <a:lstStyle/>
          <a:p>
            <a:pPr algn="ctr"/>
            <a:r>
              <a:rPr lang="en-IN" dirty="0"/>
              <a:t>      MODULE 1</a:t>
            </a:r>
          </a:p>
        </p:txBody>
      </p:sp>
      <p:sp>
        <p:nvSpPr>
          <p:cNvPr id="6" name="Subtitle 5">
            <a:extLst>
              <a:ext uri="{FF2B5EF4-FFF2-40B4-BE49-F238E27FC236}">
                <a16:creationId xmlns:a16="http://schemas.microsoft.com/office/drawing/2014/main" id="{BDEAB26D-F301-AB69-31E7-AAF53BA3A456}"/>
              </a:ext>
            </a:extLst>
          </p:cNvPr>
          <p:cNvSpPr>
            <a:spLocks noGrp="1"/>
          </p:cNvSpPr>
          <p:nvPr>
            <p:ph type="subTitle" idx="1"/>
          </p:nvPr>
        </p:nvSpPr>
        <p:spPr>
          <a:xfrm>
            <a:off x="6478059" y="4385732"/>
            <a:ext cx="4682066" cy="1583268"/>
          </a:xfrm>
        </p:spPr>
        <p:txBody>
          <a:bodyPr>
            <a:normAutofit/>
          </a:bodyPr>
          <a:lstStyle/>
          <a:p>
            <a:pPr algn="ctr"/>
            <a:r>
              <a:rPr lang="en-IN" sz="4400" dirty="0"/>
              <a:t>DATA      PREPROCESSING</a:t>
            </a:r>
          </a:p>
        </p:txBody>
      </p:sp>
      <p:pic>
        <p:nvPicPr>
          <p:cNvPr id="8" name="Picture 7">
            <a:extLst>
              <a:ext uri="{FF2B5EF4-FFF2-40B4-BE49-F238E27FC236}">
                <a16:creationId xmlns:a16="http://schemas.microsoft.com/office/drawing/2014/main" id="{D26FB901-6EB9-D56A-1F54-856D66590B81}"/>
              </a:ext>
            </a:extLst>
          </p:cNvPr>
          <p:cNvPicPr>
            <a:picLocks noChangeAspect="1"/>
          </p:cNvPicPr>
          <p:nvPr/>
        </p:nvPicPr>
        <p:blipFill>
          <a:blip r:embed="rId2"/>
          <a:stretch>
            <a:fillRect/>
          </a:stretch>
        </p:blipFill>
        <p:spPr>
          <a:xfrm>
            <a:off x="203200" y="101600"/>
            <a:ext cx="6604000" cy="6654800"/>
          </a:xfrm>
          <a:prstGeom prst="rect">
            <a:avLst/>
          </a:prstGeom>
        </p:spPr>
      </p:pic>
    </p:spTree>
    <p:extLst>
      <p:ext uri="{BB962C8B-B14F-4D97-AF65-F5344CB8AC3E}">
        <p14:creationId xmlns:p14="http://schemas.microsoft.com/office/powerpoint/2010/main" val="1302568352"/>
      </p:ext>
    </p:extLst>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AAFD9-0ABD-08CF-9002-195A8DBCC311}"/>
              </a:ext>
            </a:extLst>
          </p:cNvPr>
          <p:cNvSpPr>
            <a:spLocks noGrp="1"/>
          </p:cNvSpPr>
          <p:nvPr>
            <p:ph type="title"/>
          </p:nvPr>
        </p:nvSpPr>
        <p:spPr/>
        <p:txBody>
          <a:bodyPr/>
          <a:lstStyle/>
          <a:p>
            <a:r>
              <a:rPr lang="en-IN" dirty="0"/>
              <a:t>What is data preprocessing?</a:t>
            </a:r>
          </a:p>
        </p:txBody>
      </p:sp>
      <p:sp>
        <p:nvSpPr>
          <p:cNvPr id="3" name="Content Placeholder 2">
            <a:extLst>
              <a:ext uri="{FF2B5EF4-FFF2-40B4-BE49-F238E27FC236}">
                <a16:creationId xmlns:a16="http://schemas.microsoft.com/office/drawing/2014/main" id="{C008FCF7-732F-F3CB-61F9-CBFADDCFCC35}"/>
              </a:ext>
            </a:extLst>
          </p:cNvPr>
          <p:cNvSpPr>
            <a:spLocks noGrp="1"/>
          </p:cNvSpPr>
          <p:nvPr>
            <p:ph idx="1"/>
          </p:nvPr>
        </p:nvSpPr>
        <p:spPr/>
        <p:txBody>
          <a:bodyPr>
            <a:normAutofit/>
          </a:bodyPr>
          <a:lstStyle/>
          <a:p>
            <a:r>
              <a:rPr lang="en-IN" sz="2400" dirty="0"/>
              <a:t>Collection of raw data (AADHAR, KYC documents, bills).</a:t>
            </a:r>
          </a:p>
          <a:p>
            <a:r>
              <a:rPr lang="en-IN" sz="2400" dirty="0"/>
              <a:t>Cleaning the data by removing errors, duplicates, or missing values.</a:t>
            </a:r>
          </a:p>
          <a:p>
            <a:r>
              <a:rPr lang="en-IN" sz="2400" dirty="0"/>
              <a:t>Standardizing formats (dates, addresses, document structure).</a:t>
            </a:r>
          </a:p>
          <a:p>
            <a:r>
              <a:rPr lang="en-IN" sz="2400" dirty="0"/>
              <a:t>Extracting important fields like name, address, ID number.</a:t>
            </a:r>
          </a:p>
          <a:p>
            <a:r>
              <a:rPr lang="en-IN" sz="2400" dirty="0"/>
              <a:t>Converting unstructured data (images/PDFs) into structured format.</a:t>
            </a:r>
          </a:p>
          <a:p>
            <a:r>
              <a:rPr lang="en-IN" sz="2400" dirty="0"/>
              <a:t>Transforming data into machine-readable format for AI models.</a:t>
            </a:r>
          </a:p>
          <a:p>
            <a:r>
              <a:rPr lang="en-IN" sz="2400" dirty="0"/>
              <a:t>Ensuring data quality, consistency, and accuracy before model training.</a:t>
            </a:r>
          </a:p>
        </p:txBody>
      </p:sp>
    </p:spTree>
    <p:extLst>
      <p:ext uri="{BB962C8B-B14F-4D97-AF65-F5344CB8AC3E}">
        <p14:creationId xmlns:p14="http://schemas.microsoft.com/office/powerpoint/2010/main" val="3097270507"/>
      </p:ext>
    </p:extLst>
  </p:cSld>
  <p:clrMapOvr>
    <a:masterClrMapping/>
  </p:clrMapOvr>
  <mc:AlternateContent xmlns:mc="http://schemas.openxmlformats.org/markup-compatibility/2006">
    <mc:Choice xmlns:p14="http://schemas.microsoft.com/office/powerpoint/2010/main" Requires="p14">
      <p:transition spd="slow" p14:dur="1250">
        <p14:switch dir="r"/>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DE5FD-692A-2420-C958-120B35222009}"/>
              </a:ext>
            </a:extLst>
          </p:cNvPr>
          <p:cNvSpPr>
            <a:spLocks noGrp="1"/>
          </p:cNvSpPr>
          <p:nvPr>
            <p:ph type="title"/>
          </p:nvPr>
        </p:nvSpPr>
        <p:spPr/>
        <p:txBody>
          <a:bodyPr/>
          <a:lstStyle/>
          <a:p>
            <a:r>
              <a:rPr lang="en-IN" dirty="0"/>
              <a:t>What ARE the </a:t>
            </a:r>
            <a:r>
              <a:rPr lang="en-IN" dirty="0" err="1"/>
              <a:t>datasetS</a:t>
            </a:r>
            <a:r>
              <a:rPr lang="en-IN" dirty="0"/>
              <a:t>?</a:t>
            </a:r>
          </a:p>
        </p:txBody>
      </p:sp>
      <p:sp>
        <p:nvSpPr>
          <p:cNvPr id="3" name="Content Placeholder 2">
            <a:extLst>
              <a:ext uri="{FF2B5EF4-FFF2-40B4-BE49-F238E27FC236}">
                <a16:creationId xmlns:a16="http://schemas.microsoft.com/office/drawing/2014/main" id="{44433C2B-EC7B-4971-8094-27CB874FA2B9}"/>
              </a:ext>
            </a:extLst>
          </p:cNvPr>
          <p:cNvSpPr>
            <a:spLocks noGrp="1"/>
          </p:cNvSpPr>
          <p:nvPr>
            <p:ph idx="1"/>
          </p:nvPr>
        </p:nvSpPr>
        <p:spPr>
          <a:xfrm>
            <a:off x="440267" y="1794933"/>
            <a:ext cx="11379200" cy="4800600"/>
          </a:xfrm>
        </p:spPr>
        <p:txBody>
          <a:bodyPr>
            <a:normAutofit/>
          </a:bodyPr>
          <a:lstStyle/>
          <a:p>
            <a:r>
              <a:rPr lang="en-US" sz="3600" dirty="0"/>
              <a:t>Custom KYC → Document verification</a:t>
            </a:r>
          </a:p>
          <a:p>
            <a:r>
              <a:rPr lang="en-US" sz="3600" dirty="0"/>
              <a:t>CASIA → Fraud/tampering detection</a:t>
            </a:r>
          </a:p>
          <a:p>
            <a:r>
              <a:rPr lang="en-US" sz="3600" dirty="0"/>
              <a:t>SROIE → OCR &amp; text extraction</a:t>
            </a:r>
          </a:p>
          <a:p>
            <a:r>
              <a:rPr lang="en-US" sz="3600" dirty="0"/>
              <a:t>Selfie-ID → Face verification</a:t>
            </a:r>
            <a:endParaRPr lang="en-IN" sz="3600" dirty="0"/>
          </a:p>
        </p:txBody>
      </p:sp>
    </p:spTree>
    <p:extLst>
      <p:ext uri="{BB962C8B-B14F-4D97-AF65-F5344CB8AC3E}">
        <p14:creationId xmlns:p14="http://schemas.microsoft.com/office/powerpoint/2010/main" val="791529089"/>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EA3C0-59CB-0C0C-046E-3F8A33A61B1B}"/>
              </a:ext>
            </a:extLst>
          </p:cNvPr>
          <p:cNvSpPr>
            <a:spLocks noGrp="1"/>
          </p:cNvSpPr>
          <p:nvPr>
            <p:ph type="ctrTitle"/>
          </p:nvPr>
        </p:nvSpPr>
        <p:spPr/>
        <p:txBody>
          <a:bodyPr>
            <a:normAutofit/>
          </a:bodyPr>
          <a:lstStyle/>
          <a:p>
            <a:r>
              <a:rPr lang="en-US" sz="3600" b="1" dirty="0"/>
              <a:t>AI-Based KYC Document Preprocessing and OCR Analysis</a:t>
            </a:r>
            <a:br>
              <a:rPr lang="en-US" sz="3600" dirty="0"/>
            </a:br>
            <a:endParaRPr lang="en-IN" dirty="0"/>
          </a:p>
        </p:txBody>
      </p:sp>
      <p:sp>
        <p:nvSpPr>
          <p:cNvPr id="3" name="Subtitle 2">
            <a:extLst>
              <a:ext uri="{FF2B5EF4-FFF2-40B4-BE49-F238E27FC236}">
                <a16:creationId xmlns:a16="http://schemas.microsoft.com/office/drawing/2014/main" id="{EC24BD08-C196-9222-B39B-BE1507241D52}"/>
              </a:ext>
            </a:extLst>
          </p:cNvPr>
          <p:cNvSpPr>
            <a:spLocks noGrp="1"/>
          </p:cNvSpPr>
          <p:nvPr>
            <p:ph type="subTitle" idx="1"/>
          </p:nvPr>
        </p:nvSpPr>
        <p:spPr>
          <a:xfrm>
            <a:off x="5643716" y="3598606"/>
            <a:ext cx="6164826" cy="1563329"/>
          </a:xfrm>
        </p:spPr>
        <p:txBody>
          <a:bodyPr>
            <a:normAutofit/>
          </a:bodyPr>
          <a:lstStyle/>
          <a:p>
            <a:r>
              <a:rPr lang="en-US" sz="2400" dirty="0"/>
              <a:t>               -</a:t>
            </a:r>
            <a:br>
              <a:rPr lang="en-US" sz="2400" dirty="0"/>
            </a:br>
            <a:endParaRPr lang="en-US" sz="2400" dirty="0"/>
          </a:p>
          <a:p>
            <a:r>
              <a:rPr lang="en-US" sz="2400" dirty="0"/>
              <a:t>Using Image Processing &amp; Tesseract OCR</a:t>
            </a:r>
            <a:endParaRPr lang="en-IN" sz="2400" dirty="0"/>
          </a:p>
        </p:txBody>
      </p:sp>
    </p:spTree>
    <p:extLst>
      <p:ext uri="{BB962C8B-B14F-4D97-AF65-F5344CB8AC3E}">
        <p14:creationId xmlns:p14="http://schemas.microsoft.com/office/powerpoint/2010/main" val="3313480335"/>
      </p:ext>
    </p:extLst>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EC91A-C5BD-D794-CF8E-66B9C11C227F}"/>
              </a:ext>
            </a:extLst>
          </p:cNvPr>
          <p:cNvSpPr>
            <a:spLocks noGrp="1"/>
          </p:cNvSpPr>
          <p:nvPr>
            <p:ph type="title"/>
          </p:nvPr>
        </p:nvSpPr>
        <p:spPr/>
        <p:txBody>
          <a:bodyPr/>
          <a:lstStyle/>
          <a:p>
            <a:r>
              <a:rPr lang="en-IN" dirty="0"/>
              <a:t>What is </a:t>
            </a:r>
            <a:r>
              <a:rPr lang="en-US" dirty="0"/>
              <a:t>Tesseract OCR?</a:t>
            </a:r>
            <a:endParaRPr lang="en-IN" dirty="0"/>
          </a:p>
        </p:txBody>
      </p:sp>
      <p:sp>
        <p:nvSpPr>
          <p:cNvPr id="3" name="Content Placeholder 2">
            <a:extLst>
              <a:ext uri="{FF2B5EF4-FFF2-40B4-BE49-F238E27FC236}">
                <a16:creationId xmlns:a16="http://schemas.microsoft.com/office/drawing/2014/main" id="{47BCE032-9AD8-515E-5E32-9CD71BA7C34C}"/>
              </a:ext>
            </a:extLst>
          </p:cNvPr>
          <p:cNvSpPr>
            <a:spLocks noGrp="1"/>
          </p:cNvSpPr>
          <p:nvPr>
            <p:ph idx="1"/>
          </p:nvPr>
        </p:nvSpPr>
        <p:spPr/>
        <p:txBody>
          <a:bodyPr/>
          <a:lstStyle/>
          <a:p>
            <a:r>
              <a:rPr lang="en-US" sz="2000" dirty="0">
                <a:latin typeface="Calibri" panose="020F0502020204030204" pitchFamily="34" charset="0"/>
                <a:ea typeface="Calibri" panose="020F0502020204030204" pitchFamily="34" charset="0"/>
                <a:cs typeface="Calibri" panose="020F0502020204030204" pitchFamily="34" charset="0"/>
              </a:rPr>
              <a:t>Tesseract is a tool that performs Optical Character Recognition (OCR).</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Before applying OCR, document images are preprocessed to improve text clarity.</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Preprocessing removes noise and converts images to grayscale so that Tesseract can more accurately recognize characters.</a:t>
            </a:r>
          </a:p>
          <a:p>
            <a:pPr marL="0" indent="0">
              <a:buNone/>
            </a:pPr>
            <a:r>
              <a:rPr lang="en-IN" sz="2000" b="1" dirty="0">
                <a:latin typeface="Calibri" panose="020F0502020204030204" pitchFamily="34" charset="0"/>
                <a:ea typeface="Calibri" panose="020F0502020204030204" pitchFamily="34" charset="0"/>
                <a:cs typeface="Calibri" panose="020F0502020204030204" pitchFamily="34" charset="0"/>
              </a:rPr>
              <a:t>not directly OCR is used because:-</a:t>
            </a:r>
          </a:p>
          <a:p>
            <a:r>
              <a:rPr lang="en-US" sz="2000" dirty="0">
                <a:latin typeface="Calibri" panose="020F0502020204030204" pitchFamily="34" charset="0"/>
                <a:ea typeface="Calibri" panose="020F0502020204030204" pitchFamily="34" charset="0"/>
                <a:cs typeface="Calibri" panose="020F0502020204030204" pitchFamily="34" charset="0"/>
              </a:rPr>
              <a:t>Raw images may contain noise and color variations.</a:t>
            </a:r>
          </a:p>
          <a:p>
            <a:r>
              <a:rPr lang="en-US" sz="2000" dirty="0">
                <a:latin typeface="Calibri" panose="020F0502020204030204" pitchFamily="34" charset="0"/>
                <a:ea typeface="Calibri" panose="020F0502020204030204" pitchFamily="34" charset="0"/>
                <a:cs typeface="Calibri" panose="020F0502020204030204" pitchFamily="34" charset="0"/>
              </a:rPr>
              <a:t> Preprocessing improves text visibility, which helps Tesseract produce better results.</a:t>
            </a:r>
          </a:p>
          <a:p>
            <a:endParaRPr lang="en-IN" dirty="0"/>
          </a:p>
        </p:txBody>
      </p:sp>
    </p:spTree>
    <p:extLst>
      <p:ext uri="{BB962C8B-B14F-4D97-AF65-F5344CB8AC3E}">
        <p14:creationId xmlns:p14="http://schemas.microsoft.com/office/powerpoint/2010/main" val="1147816825"/>
      </p:ext>
    </p:extLst>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BC8DF-C600-E238-4423-821023C27251}"/>
              </a:ext>
            </a:extLst>
          </p:cNvPr>
          <p:cNvSpPr>
            <a:spLocks noGrp="1"/>
          </p:cNvSpPr>
          <p:nvPr>
            <p:ph type="title"/>
          </p:nvPr>
        </p:nvSpPr>
        <p:spPr/>
        <p:txBody>
          <a:bodyPr/>
          <a:lstStyle/>
          <a:p>
            <a:pPr algn="ctr"/>
            <a:r>
              <a:rPr lang="en-IN" dirty="0"/>
              <a:t>Objective:-</a:t>
            </a:r>
          </a:p>
        </p:txBody>
      </p:sp>
      <p:sp>
        <p:nvSpPr>
          <p:cNvPr id="3" name="Content Placeholder 2">
            <a:extLst>
              <a:ext uri="{FF2B5EF4-FFF2-40B4-BE49-F238E27FC236}">
                <a16:creationId xmlns:a16="http://schemas.microsoft.com/office/drawing/2014/main" id="{4BE4B1E0-62B9-C6C3-8181-7D902AB1109D}"/>
              </a:ext>
            </a:extLst>
          </p:cNvPr>
          <p:cNvSpPr>
            <a:spLocks noGrp="1"/>
          </p:cNvSpPr>
          <p:nvPr>
            <p:ph idx="1"/>
          </p:nvPr>
        </p:nvSpPr>
        <p:spPr/>
        <p:txBody>
          <a:bodyPr/>
          <a:lstStyle/>
          <a:p>
            <a:r>
              <a:rPr lang="en-US" dirty="0"/>
              <a:t>The objective of this project is to:</a:t>
            </a:r>
          </a:p>
          <a:p>
            <a:r>
              <a:rPr lang="en-US" dirty="0"/>
              <a:t>Load KYC document images</a:t>
            </a:r>
          </a:p>
          <a:p>
            <a:r>
              <a:rPr lang="en-US" dirty="0"/>
              <a:t>Apply image preprocessing techniques</a:t>
            </a:r>
          </a:p>
          <a:p>
            <a:r>
              <a:rPr lang="en-US" dirty="0"/>
              <a:t>Extract text using OCR</a:t>
            </a:r>
          </a:p>
          <a:p>
            <a:r>
              <a:rPr lang="en-US" dirty="0"/>
              <a:t>Evaluate OCR output quality</a:t>
            </a:r>
          </a:p>
          <a:p>
            <a:pPr marL="0" indent="0">
              <a:buNone/>
            </a:pPr>
            <a:endParaRPr lang="en-IN" dirty="0"/>
          </a:p>
        </p:txBody>
      </p:sp>
    </p:spTree>
    <p:extLst>
      <p:ext uri="{BB962C8B-B14F-4D97-AF65-F5344CB8AC3E}">
        <p14:creationId xmlns:p14="http://schemas.microsoft.com/office/powerpoint/2010/main" val="4047172843"/>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932F7-FEBD-54A3-A5B2-44246C082DF7}"/>
              </a:ext>
            </a:extLst>
          </p:cNvPr>
          <p:cNvSpPr>
            <a:spLocks noGrp="1"/>
          </p:cNvSpPr>
          <p:nvPr>
            <p:ph type="title"/>
          </p:nvPr>
        </p:nvSpPr>
        <p:spPr/>
        <p:txBody>
          <a:bodyPr/>
          <a:lstStyle/>
          <a:p>
            <a:r>
              <a:rPr lang="en-US" b="1" dirty="0"/>
              <a:t>Dataset Structure</a:t>
            </a:r>
            <a:br>
              <a:rPr lang="en-US" b="1" dirty="0"/>
            </a:br>
            <a:endParaRPr lang="en-IN" dirty="0"/>
          </a:p>
        </p:txBody>
      </p:sp>
      <p:sp>
        <p:nvSpPr>
          <p:cNvPr id="3" name="Content Placeholder 2">
            <a:extLst>
              <a:ext uri="{FF2B5EF4-FFF2-40B4-BE49-F238E27FC236}">
                <a16:creationId xmlns:a16="http://schemas.microsoft.com/office/drawing/2014/main" id="{0B128CCE-BF41-1E22-1928-8179276B5362}"/>
              </a:ext>
            </a:extLst>
          </p:cNvPr>
          <p:cNvSpPr>
            <a:spLocks noGrp="1"/>
          </p:cNvSpPr>
          <p:nvPr>
            <p:ph idx="1"/>
          </p:nvPr>
        </p:nvSpPr>
        <p:spPr>
          <a:xfrm>
            <a:off x="93134" y="1219200"/>
            <a:ext cx="11209866" cy="5638800"/>
          </a:xfrm>
        </p:spPr>
        <p:txBody>
          <a:bodyPr/>
          <a:lstStyle/>
          <a:p>
            <a:pPr marL="0" indent="0">
              <a:buNone/>
            </a:pPr>
            <a:endParaRPr lang="en-US" dirty="0"/>
          </a:p>
          <a:p>
            <a:endParaRPr lang="en-IN" dirty="0"/>
          </a:p>
        </p:txBody>
      </p:sp>
      <p:sp>
        <p:nvSpPr>
          <p:cNvPr id="4" name="Rectangle 3">
            <a:extLst>
              <a:ext uri="{FF2B5EF4-FFF2-40B4-BE49-F238E27FC236}">
                <a16:creationId xmlns:a16="http://schemas.microsoft.com/office/drawing/2014/main" id="{ACEC23D1-082C-67CE-8A41-F43DC7CD44ED}"/>
              </a:ext>
            </a:extLst>
          </p:cNvPr>
          <p:cNvSpPr/>
          <p:nvPr/>
        </p:nvSpPr>
        <p:spPr>
          <a:xfrm>
            <a:off x="3848099" y="3351573"/>
            <a:ext cx="2997200" cy="762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solidFill>
                  <a:schemeClr val="bg1"/>
                </a:solidFill>
              </a:rPr>
              <a:t>DATASET</a:t>
            </a:r>
          </a:p>
        </p:txBody>
      </p:sp>
      <p:sp>
        <p:nvSpPr>
          <p:cNvPr id="5" name="Rectangle 4">
            <a:extLst>
              <a:ext uri="{FF2B5EF4-FFF2-40B4-BE49-F238E27FC236}">
                <a16:creationId xmlns:a16="http://schemas.microsoft.com/office/drawing/2014/main" id="{441CDCCF-5E37-BBA1-1576-23891F5BAD6B}"/>
              </a:ext>
            </a:extLst>
          </p:cNvPr>
          <p:cNvSpPr/>
          <p:nvPr/>
        </p:nvSpPr>
        <p:spPr>
          <a:xfrm>
            <a:off x="330201" y="4955458"/>
            <a:ext cx="4648200" cy="174167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b="1" dirty="0"/>
              <a:t>Valid</a:t>
            </a:r>
          </a:p>
          <a:p>
            <a:r>
              <a:rPr lang="en-US" sz="1600" dirty="0"/>
              <a:t>The </a:t>
            </a:r>
            <a:r>
              <a:rPr lang="en-US" sz="1600" b="1" dirty="0"/>
              <a:t>valid</a:t>
            </a:r>
            <a:r>
              <a:rPr lang="en-US" sz="1600" dirty="0"/>
              <a:t> folder contains KYC document images that:</a:t>
            </a:r>
          </a:p>
          <a:p>
            <a:pPr marL="285750" indent="-285750">
              <a:buFont typeface="Arial" panose="020B0604020202020204" pitchFamily="34" charset="0"/>
              <a:buChar char="•"/>
            </a:pPr>
            <a:r>
              <a:rPr lang="en-US" sz="1600" dirty="0"/>
              <a:t>Are clear and readable</a:t>
            </a:r>
          </a:p>
          <a:p>
            <a:pPr marL="285750" indent="-285750">
              <a:buFont typeface="Arial" panose="020B0604020202020204" pitchFamily="34" charset="0"/>
              <a:buChar char="•"/>
            </a:pPr>
            <a:r>
              <a:rPr lang="en-US" sz="1600" dirty="0"/>
              <a:t>Have proper document structure</a:t>
            </a:r>
          </a:p>
          <a:p>
            <a:pPr marL="285750" indent="-285750">
              <a:buFont typeface="Arial" panose="020B0604020202020204" pitchFamily="34" charset="0"/>
              <a:buChar char="•"/>
            </a:pPr>
            <a:r>
              <a:rPr lang="en-US" sz="1600" dirty="0"/>
              <a:t>Contain visible text</a:t>
            </a:r>
          </a:p>
          <a:p>
            <a:pPr marL="285750" indent="-285750">
              <a:buFont typeface="Arial" panose="020B0604020202020204" pitchFamily="34" charset="0"/>
              <a:buChar char="•"/>
            </a:pPr>
            <a:r>
              <a:rPr lang="en-US" sz="1600" dirty="0"/>
              <a:t>Are suitable for OCR processing</a:t>
            </a:r>
          </a:p>
          <a:p>
            <a:pPr algn="ctr"/>
            <a:endParaRPr lang="en-IN" dirty="0"/>
          </a:p>
        </p:txBody>
      </p:sp>
      <p:sp>
        <p:nvSpPr>
          <p:cNvPr id="6" name="Rectangle 5">
            <a:extLst>
              <a:ext uri="{FF2B5EF4-FFF2-40B4-BE49-F238E27FC236}">
                <a16:creationId xmlns:a16="http://schemas.microsoft.com/office/drawing/2014/main" id="{171D55DA-4B3F-9B54-45AD-A2C60F279C16}"/>
              </a:ext>
            </a:extLst>
          </p:cNvPr>
          <p:cNvSpPr/>
          <p:nvPr/>
        </p:nvSpPr>
        <p:spPr>
          <a:xfrm>
            <a:off x="5446183" y="5004321"/>
            <a:ext cx="4411133" cy="169281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t>Invalid</a:t>
            </a:r>
          </a:p>
          <a:p>
            <a:r>
              <a:rPr lang="en-US" sz="1400" dirty="0"/>
              <a:t>folder contains KYC document images that:</a:t>
            </a:r>
          </a:p>
          <a:p>
            <a:r>
              <a:rPr lang="en-US" sz="1400" dirty="0"/>
              <a:t>Are blurred or noisy</a:t>
            </a:r>
          </a:p>
          <a:p>
            <a:r>
              <a:rPr lang="en-US" sz="1400" dirty="0"/>
              <a:t>Have poor lighting</a:t>
            </a:r>
          </a:p>
          <a:p>
            <a:r>
              <a:rPr lang="en-US" sz="1400" dirty="0"/>
              <a:t>Contain partial or unclear text</a:t>
            </a:r>
          </a:p>
          <a:p>
            <a:r>
              <a:rPr lang="en-US" sz="1400" dirty="0"/>
              <a:t>Are unsuitable for reliable OCR</a:t>
            </a:r>
          </a:p>
          <a:p>
            <a:pPr algn="ctr"/>
            <a:endParaRPr lang="en-IN" sz="1400" dirty="0"/>
          </a:p>
        </p:txBody>
      </p:sp>
      <p:cxnSp>
        <p:nvCxnSpPr>
          <p:cNvPr id="8" name="Straight Arrow Connector 7">
            <a:extLst>
              <a:ext uri="{FF2B5EF4-FFF2-40B4-BE49-F238E27FC236}">
                <a16:creationId xmlns:a16="http://schemas.microsoft.com/office/drawing/2014/main" id="{B9BC2FCD-BCC3-0495-BD42-C3F32197CAF1}"/>
              </a:ext>
            </a:extLst>
          </p:cNvPr>
          <p:cNvCxnSpPr>
            <a:cxnSpLocks/>
          </p:cNvCxnSpPr>
          <p:nvPr/>
        </p:nvCxnSpPr>
        <p:spPr>
          <a:xfrm flipH="1">
            <a:off x="3003550" y="4140201"/>
            <a:ext cx="848784" cy="87603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ADF00C95-9504-0319-305B-C9767956C864}"/>
              </a:ext>
            </a:extLst>
          </p:cNvPr>
          <p:cNvCxnSpPr>
            <a:cxnSpLocks/>
            <a:endCxn id="6" idx="0"/>
          </p:cNvCxnSpPr>
          <p:nvPr/>
        </p:nvCxnSpPr>
        <p:spPr>
          <a:xfrm>
            <a:off x="6845299" y="4096545"/>
            <a:ext cx="806451" cy="90777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373202E1-0BCC-7322-5A44-A8EEFEC0128D}"/>
              </a:ext>
            </a:extLst>
          </p:cNvPr>
          <p:cNvSpPr/>
          <p:nvPr/>
        </p:nvSpPr>
        <p:spPr>
          <a:xfrm>
            <a:off x="3852334" y="1837267"/>
            <a:ext cx="2992965" cy="88053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Content</a:t>
            </a:r>
          </a:p>
        </p:txBody>
      </p:sp>
      <p:cxnSp>
        <p:nvCxnSpPr>
          <p:cNvPr id="13" name="Straight Connector 12">
            <a:extLst>
              <a:ext uri="{FF2B5EF4-FFF2-40B4-BE49-F238E27FC236}">
                <a16:creationId xmlns:a16="http://schemas.microsoft.com/office/drawing/2014/main" id="{342DB426-E0A8-1F35-5DBE-B151A345D4EC}"/>
              </a:ext>
            </a:extLst>
          </p:cNvPr>
          <p:cNvCxnSpPr>
            <a:stCxn id="11" idx="2"/>
            <a:endCxn id="4" idx="0"/>
          </p:cNvCxnSpPr>
          <p:nvPr/>
        </p:nvCxnSpPr>
        <p:spPr>
          <a:xfrm flipH="1">
            <a:off x="5346699" y="2717800"/>
            <a:ext cx="2118" cy="633773"/>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47199962"/>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CFB89-C5C7-23D1-1F01-F467C6DE9E2E}"/>
              </a:ext>
            </a:extLst>
          </p:cNvPr>
          <p:cNvSpPr>
            <a:spLocks noGrp="1"/>
          </p:cNvSpPr>
          <p:nvPr>
            <p:ph type="title"/>
          </p:nvPr>
        </p:nvSpPr>
        <p:spPr/>
        <p:txBody>
          <a:bodyPr/>
          <a:lstStyle/>
          <a:p>
            <a:r>
              <a:rPr lang="en-IN" dirty="0"/>
              <a:t>Project Workflow (Pipeline)</a:t>
            </a:r>
          </a:p>
        </p:txBody>
      </p:sp>
      <p:pic>
        <p:nvPicPr>
          <p:cNvPr id="5" name="Content Placeholder 4">
            <a:extLst>
              <a:ext uri="{FF2B5EF4-FFF2-40B4-BE49-F238E27FC236}">
                <a16:creationId xmlns:a16="http://schemas.microsoft.com/office/drawing/2014/main" id="{316A5BE1-F5A4-9748-A963-530DB9008AC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26067" y="1825625"/>
            <a:ext cx="8949266" cy="4712828"/>
          </a:xfrm>
          <a:prstGeom prst="rect">
            <a:avLst/>
          </a:prstGeom>
        </p:spPr>
      </p:pic>
    </p:spTree>
    <p:extLst>
      <p:ext uri="{BB962C8B-B14F-4D97-AF65-F5344CB8AC3E}">
        <p14:creationId xmlns:p14="http://schemas.microsoft.com/office/powerpoint/2010/main" val="2069441846"/>
      </p:ext>
    </p:extLst>
  </p:cSld>
  <p:clrMapOvr>
    <a:masterClrMapping/>
  </p:clrMapOvr>
  <mc:AlternateContent xmlns:mc="http://schemas.openxmlformats.org/markup-compatibility/2006">
    <mc:Choice xmlns:p14="http://schemas.microsoft.com/office/powerpoint/2010/main" Requires="p14">
      <p:transition spd="slow" p14:dur="1250">
        <p14:flip dir="r"/>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9E399-210B-7ED1-C0CE-DC73E85CDCEC}"/>
              </a:ext>
            </a:extLst>
          </p:cNvPr>
          <p:cNvSpPr>
            <a:spLocks noGrp="1"/>
          </p:cNvSpPr>
          <p:nvPr>
            <p:ph type="title"/>
          </p:nvPr>
        </p:nvSpPr>
        <p:spPr/>
        <p:txBody>
          <a:bodyPr/>
          <a:lstStyle/>
          <a:p>
            <a:r>
              <a:rPr lang="en-IN" b="1" dirty="0"/>
              <a:t>Grayscale Conversion</a:t>
            </a:r>
          </a:p>
        </p:txBody>
      </p:sp>
      <p:sp>
        <p:nvSpPr>
          <p:cNvPr id="3" name="Content Placeholder 2">
            <a:extLst>
              <a:ext uri="{FF2B5EF4-FFF2-40B4-BE49-F238E27FC236}">
                <a16:creationId xmlns:a16="http://schemas.microsoft.com/office/drawing/2014/main" id="{34CAF640-F708-F1FF-1C3F-DF1B05791B89}"/>
              </a:ext>
            </a:extLst>
          </p:cNvPr>
          <p:cNvSpPr>
            <a:spLocks noGrp="1"/>
          </p:cNvSpPr>
          <p:nvPr>
            <p:ph idx="1"/>
          </p:nvPr>
        </p:nvSpPr>
        <p:spPr>
          <a:xfrm>
            <a:off x="685801" y="2142067"/>
            <a:ext cx="6688393" cy="3649133"/>
          </a:xfrm>
        </p:spPr>
        <p:txBody>
          <a:bodyPr>
            <a:normAutofit fontScale="92500" lnSpcReduction="20000"/>
          </a:bodyPr>
          <a:lstStyle/>
          <a:p>
            <a:r>
              <a:rPr lang="en-US" sz="2400" dirty="0"/>
              <a:t>Reduces image complexity</a:t>
            </a:r>
          </a:p>
          <a:p>
            <a:r>
              <a:rPr lang="en-US" sz="2400" dirty="0"/>
              <a:t>Removes color information</a:t>
            </a:r>
          </a:p>
          <a:p>
            <a:r>
              <a:rPr lang="en-US" sz="2400" dirty="0"/>
              <a:t>Improves text clarity</a:t>
            </a:r>
          </a:p>
          <a:p>
            <a:r>
              <a:rPr lang="en-US" sz="2400" dirty="0"/>
              <a:t>Grayscale images help OCR focus only on text intensity.</a:t>
            </a:r>
          </a:p>
          <a:p>
            <a:pPr marL="0" indent="0">
              <a:buNone/>
            </a:pPr>
            <a:r>
              <a:rPr lang="en-US" sz="2400" dirty="0"/>
              <a:t>    Grayscale conversion removes color information and retains only intensity values. This reduces image complexity and helps highlight text regions more clearly. As a result, noise removal and OCR become more effective.</a:t>
            </a:r>
          </a:p>
          <a:p>
            <a:pPr marL="0" indent="0">
              <a:buNone/>
            </a:pPr>
            <a:endParaRPr lang="en-IN" sz="2400" dirty="0"/>
          </a:p>
        </p:txBody>
      </p:sp>
      <p:pic>
        <p:nvPicPr>
          <p:cNvPr id="5" name="Picture 4">
            <a:extLst>
              <a:ext uri="{FF2B5EF4-FFF2-40B4-BE49-F238E27FC236}">
                <a16:creationId xmlns:a16="http://schemas.microsoft.com/office/drawing/2014/main" id="{09B087A9-3601-D289-09BD-227D11F38930}"/>
              </a:ext>
            </a:extLst>
          </p:cNvPr>
          <p:cNvPicPr>
            <a:picLocks noChangeAspect="1"/>
          </p:cNvPicPr>
          <p:nvPr/>
        </p:nvPicPr>
        <p:blipFill>
          <a:blip r:embed="rId2"/>
          <a:stretch>
            <a:fillRect/>
          </a:stretch>
        </p:blipFill>
        <p:spPr>
          <a:xfrm>
            <a:off x="7467190" y="846530"/>
            <a:ext cx="4199877" cy="4944670"/>
          </a:xfrm>
          <a:prstGeom prst="rect">
            <a:avLst/>
          </a:prstGeom>
        </p:spPr>
      </p:pic>
    </p:spTree>
    <p:extLst>
      <p:ext uri="{BB962C8B-B14F-4D97-AF65-F5344CB8AC3E}">
        <p14:creationId xmlns:p14="http://schemas.microsoft.com/office/powerpoint/2010/main" val="3503618562"/>
      </p:ext>
    </p:extLst>
  </p:cSld>
  <p:clrMapOvr>
    <a:masterClrMapping/>
  </p:clrMapOvr>
  <mc:AlternateContent xmlns:mc="http://schemas.openxmlformats.org/markup-compatibility/2006">
    <mc:Choice xmlns:p14="http://schemas.microsoft.com/office/powerpoint/2010/main" Requires="p14">
      <p:transition spd="slow" p14:dur="1600">
        <p14:prism isContent="1" isInverted="1"/>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62777-A255-C42A-FE33-E3C22D9328E4}"/>
              </a:ext>
            </a:extLst>
          </p:cNvPr>
          <p:cNvSpPr>
            <a:spLocks noGrp="1"/>
          </p:cNvSpPr>
          <p:nvPr>
            <p:ph type="title"/>
          </p:nvPr>
        </p:nvSpPr>
        <p:spPr>
          <a:xfrm>
            <a:off x="685802" y="609600"/>
            <a:ext cx="3945466" cy="948267"/>
          </a:xfrm>
        </p:spPr>
        <p:txBody>
          <a:bodyPr/>
          <a:lstStyle/>
          <a:p>
            <a:r>
              <a:rPr lang="en-IN" b="1" dirty="0"/>
              <a:t>Noise Removal</a:t>
            </a:r>
          </a:p>
        </p:txBody>
      </p:sp>
      <p:sp>
        <p:nvSpPr>
          <p:cNvPr id="3" name="Content Placeholder 2">
            <a:extLst>
              <a:ext uri="{FF2B5EF4-FFF2-40B4-BE49-F238E27FC236}">
                <a16:creationId xmlns:a16="http://schemas.microsoft.com/office/drawing/2014/main" id="{8B88673D-9054-973A-9EFE-7C738345A50E}"/>
              </a:ext>
            </a:extLst>
          </p:cNvPr>
          <p:cNvSpPr>
            <a:spLocks noGrp="1"/>
          </p:cNvSpPr>
          <p:nvPr>
            <p:ph idx="1"/>
          </p:nvPr>
        </p:nvSpPr>
        <p:spPr>
          <a:xfrm>
            <a:off x="84667" y="1397000"/>
            <a:ext cx="6925733" cy="5206999"/>
          </a:xfrm>
        </p:spPr>
        <p:txBody>
          <a:bodyPr>
            <a:normAutofit/>
          </a:bodyPr>
          <a:lstStyle/>
          <a:p>
            <a:pPr marL="0" indent="0">
              <a:buNone/>
            </a:pPr>
            <a:r>
              <a:rPr lang="en-US" sz="2000" dirty="0"/>
              <a:t>Noise removal is an important preprocessing step applied after grayscale conversion to improve image quality.</a:t>
            </a:r>
            <a:br>
              <a:rPr lang="en-US" sz="2000" dirty="0"/>
            </a:br>
            <a:r>
              <a:rPr lang="en-US" sz="2000" dirty="0"/>
              <a:t>In KYC document images, noise may appear due to scanning issues, camera blur, uneven lighting, or background patterns.</a:t>
            </a:r>
            <a:endParaRPr lang="en-US" sz="2000" b="1" dirty="0"/>
          </a:p>
          <a:p>
            <a:pPr marL="0" indent="0">
              <a:buNone/>
            </a:pPr>
            <a:endParaRPr lang="en-US" sz="2000" b="1" dirty="0"/>
          </a:p>
          <a:p>
            <a:r>
              <a:rPr lang="en-US" sz="2000" dirty="0"/>
              <a:t>Noise removal was applied after grayscale conversion.</a:t>
            </a:r>
            <a:endParaRPr lang="en-US" sz="2000" b="1" dirty="0"/>
          </a:p>
          <a:p>
            <a:r>
              <a:rPr lang="en-US" sz="2000" dirty="0"/>
              <a:t>Reduce unwanted distortions</a:t>
            </a:r>
          </a:p>
          <a:p>
            <a:r>
              <a:rPr lang="en-US" sz="2000" dirty="0"/>
              <a:t>Clean background</a:t>
            </a:r>
          </a:p>
          <a:p>
            <a:r>
              <a:rPr lang="en-US" sz="2000" dirty="0"/>
              <a:t>Improve text visibility</a:t>
            </a:r>
          </a:p>
          <a:p>
            <a:endParaRPr lang="en-IN" sz="2000" dirty="0"/>
          </a:p>
        </p:txBody>
      </p:sp>
      <p:pic>
        <p:nvPicPr>
          <p:cNvPr id="5" name="Picture 4">
            <a:extLst>
              <a:ext uri="{FF2B5EF4-FFF2-40B4-BE49-F238E27FC236}">
                <a16:creationId xmlns:a16="http://schemas.microsoft.com/office/drawing/2014/main" id="{AE1F86A3-17D9-CFDA-FC95-B7174FE6112C}"/>
              </a:ext>
            </a:extLst>
          </p:cNvPr>
          <p:cNvPicPr>
            <a:picLocks noChangeAspect="1"/>
          </p:cNvPicPr>
          <p:nvPr/>
        </p:nvPicPr>
        <p:blipFill>
          <a:blip r:embed="rId2"/>
          <a:stretch>
            <a:fillRect/>
          </a:stretch>
        </p:blipFill>
        <p:spPr>
          <a:xfrm>
            <a:off x="6781800" y="220134"/>
            <a:ext cx="5164667" cy="6248400"/>
          </a:xfrm>
          <a:prstGeom prst="rect">
            <a:avLst/>
          </a:prstGeom>
        </p:spPr>
      </p:pic>
    </p:spTree>
    <p:extLst>
      <p:ext uri="{BB962C8B-B14F-4D97-AF65-F5344CB8AC3E}">
        <p14:creationId xmlns:p14="http://schemas.microsoft.com/office/powerpoint/2010/main" val="1928538790"/>
      </p:ext>
    </p:extLst>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76340-DA9D-0397-43AD-69636CE3BF50}"/>
              </a:ext>
            </a:extLst>
          </p:cNvPr>
          <p:cNvSpPr>
            <a:spLocks noGrp="1"/>
          </p:cNvSpPr>
          <p:nvPr>
            <p:ph type="title"/>
          </p:nvPr>
        </p:nvSpPr>
        <p:spPr>
          <a:xfrm>
            <a:off x="1406013" y="609601"/>
            <a:ext cx="9411213" cy="619432"/>
          </a:xfrm>
        </p:spPr>
        <p:txBody>
          <a:bodyPr>
            <a:normAutofit fontScale="90000"/>
          </a:bodyPr>
          <a:lstStyle/>
          <a:p>
            <a:pPr algn="ctr"/>
            <a:r>
              <a:rPr lang="en-IN" b="1" dirty="0"/>
              <a:t>OCR Process</a:t>
            </a:r>
          </a:p>
        </p:txBody>
      </p:sp>
      <p:sp>
        <p:nvSpPr>
          <p:cNvPr id="3" name="Content Placeholder 2">
            <a:extLst>
              <a:ext uri="{FF2B5EF4-FFF2-40B4-BE49-F238E27FC236}">
                <a16:creationId xmlns:a16="http://schemas.microsoft.com/office/drawing/2014/main" id="{E249CCFB-7CBC-FBFA-7574-5555361F9D24}"/>
              </a:ext>
            </a:extLst>
          </p:cNvPr>
          <p:cNvSpPr>
            <a:spLocks noGrp="1"/>
          </p:cNvSpPr>
          <p:nvPr>
            <p:ph idx="1"/>
          </p:nvPr>
        </p:nvSpPr>
        <p:spPr>
          <a:xfrm>
            <a:off x="838200" y="1371600"/>
            <a:ext cx="10515600" cy="4805363"/>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In this project, Optical Character Recognition (OCR) is used to extract textual information from KYC document images.</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Before applying OCR, the images are preprocessed using grayscale conversion and noise removal techniques.</a:t>
            </a:r>
          </a:p>
          <a:p>
            <a:r>
              <a:rPr lang="en-US" sz="2000" dirty="0">
                <a:latin typeface="Calibri" panose="020F0502020204030204" pitchFamily="34" charset="0"/>
                <a:ea typeface="Calibri" panose="020F0502020204030204" pitchFamily="34" charset="0"/>
                <a:cs typeface="Calibri" panose="020F0502020204030204" pitchFamily="34" charset="0"/>
              </a:rPr>
              <a:t>Grayscale conversion simplifies the image by removing color information and retaining only intensity values, which enhances text visibility. Noise removal further cleans the image by reducing unwanted distortions, shadows, and background interference.</a:t>
            </a:r>
          </a:p>
          <a:p>
            <a:r>
              <a:rPr lang="en-US" sz="2000" dirty="0">
                <a:latin typeface="Calibri" panose="020F0502020204030204" pitchFamily="34" charset="0"/>
                <a:ea typeface="Calibri" panose="020F0502020204030204" pitchFamily="34" charset="0"/>
                <a:cs typeface="Calibri" panose="020F0502020204030204" pitchFamily="34" charset="0"/>
              </a:rPr>
              <a:t>After preprocessing, Tesseract OCR is applied to convert the cleaned document images into machine-readable text. The extracted text quality depends on factors such as image clarity, resolution, lighting conditions, and document background.</a:t>
            </a:r>
          </a:p>
          <a:p>
            <a:r>
              <a:rPr lang="en-US" sz="2000" dirty="0">
                <a:latin typeface="Calibri" panose="020F0502020204030204" pitchFamily="34" charset="0"/>
                <a:ea typeface="Calibri" panose="020F0502020204030204" pitchFamily="34" charset="0"/>
                <a:cs typeface="Calibri" panose="020F0502020204030204" pitchFamily="34" charset="0"/>
              </a:rPr>
              <a:t>A basic OCR quality evaluation is performed by analyzing the length of the extracted text. This helps determine whether the OCR output is meaningful or limited, reflecting real-world challenges in automated KYC verification systems.</a:t>
            </a:r>
          </a:p>
          <a:p>
            <a:endParaRPr lang="en-IN"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35739057"/>
      </p:ext>
    </p:extLst>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40DD6-7C6B-E25D-133E-EBAB6C46A88C}"/>
              </a:ext>
            </a:extLst>
          </p:cNvPr>
          <p:cNvSpPr>
            <a:spLocks noGrp="1"/>
          </p:cNvSpPr>
          <p:nvPr>
            <p:ph type="title"/>
          </p:nvPr>
        </p:nvSpPr>
        <p:spPr>
          <a:xfrm>
            <a:off x="1309159" y="609601"/>
            <a:ext cx="9508067" cy="924232"/>
          </a:xfrm>
        </p:spPr>
        <p:txBody>
          <a:bodyPr/>
          <a:lstStyle/>
          <a:p>
            <a:r>
              <a:rPr lang="en-IN" b="1" dirty="0"/>
              <a:t>Overall View</a:t>
            </a:r>
          </a:p>
        </p:txBody>
      </p:sp>
      <p:sp>
        <p:nvSpPr>
          <p:cNvPr id="4" name="Rectangle 1">
            <a:extLst>
              <a:ext uri="{FF2B5EF4-FFF2-40B4-BE49-F238E27FC236}">
                <a16:creationId xmlns:a16="http://schemas.microsoft.com/office/drawing/2014/main" id="{725FA5B4-6686-8837-43B8-771BCA040D71}"/>
              </a:ext>
            </a:extLst>
          </p:cNvPr>
          <p:cNvSpPr>
            <a:spLocks noGrp="1" noChangeArrowheads="1"/>
          </p:cNvSpPr>
          <p:nvPr>
            <p:ph idx="1"/>
          </p:nvPr>
        </p:nvSpPr>
        <p:spPr bwMode="auto">
          <a:xfrm>
            <a:off x="753532" y="1478044"/>
            <a:ext cx="9508067" cy="4298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Arial" panose="020B0604020202020204" pitchFamily="34" charset="0"/>
              </a:rPr>
              <a:t>Some images produced clear text</a:t>
            </a:r>
          </a:p>
          <a:p>
            <a:pPr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Arial" panose="020B0604020202020204" pitchFamily="34" charset="0"/>
              </a:rPr>
              <a:t>Some images produced limited text</a:t>
            </a:r>
          </a:p>
          <a:p>
            <a:pPr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Arial" panose="020B0604020202020204" pitchFamily="34" charset="0"/>
              </a:rPr>
              <a:t>Image quality affects OCR performance</a:t>
            </a:r>
          </a:p>
          <a:p>
            <a:pPr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Arial" panose="020B0604020202020204" pitchFamily="34" charset="0"/>
              </a:rPr>
              <a:t>Lighting and resolution impact accuracy</a:t>
            </a:r>
          </a:p>
          <a:p>
            <a:pPr marL="0" indent="0" eaLnBrk="0" fontAlgn="base" hangingPunct="0">
              <a:lnSpc>
                <a:spcPct val="100000"/>
              </a:lnSpc>
              <a:spcBef>
                <a:spcPct val="0"/>
              </a:spcBef>
              <a:spcAft>
                <a:spcPct val="0"/>
              </a:spcAft>
              <a:buNone/>
            </a:pPr>
            <a:r>
              <a:rPr lang="en-US" altLang="en-US" sz="2000" dirty="0">
                <a:latin typeface="Arial" panose="020B0604020202020204" pitchFamily="34" charset="0"/>
              </a:rPr>
              <a:t>      </a:t>
            </a:r>
          </a:p>
          <a:p>
            <a:pPr marL="0" indent="0" eaLnBrk="0" fontAlgn="base" hangingPunct="0">
              <a:lnSpc>
                <a:spcPct val="100000"/>
              </a:lnSpc>
              <a:spcBef>
                <a:spcPct val="0"/>
              </a:spcBef>
              <a:spcAft>
                <a:spcPct val="0"/>
              </a:spcAft>
              <a:buNone/>
            </a:pPr>
            <a:r>
              <a:rPr lang="en-US" sz="2000" dirty="0"/>
              <a:t>This project demonstrates a simple KYC document processing pipeline using:</a:t>
            </a:r>
          </a:p>
          <a:p>
            <a:r>
              <a:rPr lang="en-US" sz="2000" dirty="0"/>
              <a:t>Image preprocessing</a:t>
            </a:r>
          </a:p>
          <a:p>
            <a:r>
              <a:rPr lang="en-US" sz="2000" dirty="0"/>
              <a:t>OCR extraction</a:t>
            </a:r>
          </a:p>
          <a:p>
            <a:r>
              <a:rPr lang="en-US" sz="2000" dirty="0"/>
              <a:t>Basic quality evaluation</a:t>
            </a:r>
          </a:p>
          <a:p>
            <a:r>
              <a:rPr lang="en-US" sz="2000" dirty="0"/>
              <a:t>The workflow shows how document quality directly affects OCR results.</a:t>
            </a:r>
          </a:p>
          <a:p>
            <a:pPr marL="0" indent="0" eaLnBrk="0" fontAlgn="base" hangingPunct="0">
              <a:lnSpc>
                <a:spcPct val="100000"/>
              </a:lnSpc>
              <a:spcBef>
                <a:spcPct val="0"/>
              </a:spcBef>
              <a:spcAft>
                <a:spcPct val="0"/>
              </a:spcAft>
              <a:buNone/>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68222083"/>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{32AC01FE-CF29-4A01-BBAA-58DA184EE2B2}TFb5ae2469-0bae-4978-b0e0-39dd046150ff9a115ede-a9c3cc5252b0</Template>
  <TotalTime>120</TotalTime>
  <Words>1559</Words>
  <Application>Microsoft Office PowerPoint</Application>
  <PresentationFormat>Widescreen</PresentationFormat>
  <Paragraphs>143</Paragraphs>
  <Slides>22</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Aptos</vt:lpstr>
      <vt:lpstr>Arial</vt:lpstr>
      <vt:lpstr>Calibri</vt:lpstr>
      <vt:lpstr>Calibri Light</vt:lpstr>
      <vt:lpstr>Wingdings</vt:lpstr>
      <vt:lpstr>Celestial</vt:lpstr>
      <vt:lpstr>INFOSYS SPRINGBOARD VIRTUAL INTERNSHIP 6.0</vt:lpstr>
      <vt:lpstr>Project on   AI-Powered Identity Verification and Fraud Detection for KYC Compliance  </vt:lpstr>
      <vt:lpstr> introduction:-</vt:lpstr>
      <vt:lpstr>Existing SYSTEM</vt:lpstr>
      <vt:lpstr>PowerPoint Presentation</vt:lpstr>
      <vt:lpstr>                                                      PROPOSED SYSTEM  (Advanced AI-Driven Models from IEEE / Latest Research)</vt:lpstr>
      <vt:lpstr>PowerPoint Presentation</vt:lpstr>
      <vt:lpstr>PROJECT DIVISION</vt:lpstr>
      <vt:lpstr>MILESTONE</vt:lpstr>
      <vt:lpstr>MODULE AND MILETSTOME WHAT’S THE DIFFERENCE IN THIS AI POWERED IDENTIFICATION PROCESS</vt:lpstr>
      <vt:lpstr>      MODULE 1</vt:lpstr>
      <vt:lpstr>What is data preprocessing?</vt:lpstr>
      <vt:lpstr>What ARE the datasetS?</vt:lpstr>
      <vt:lpstr>AI-Based KYC Document Preprocessing and OCR Analysis </vt:lpstr>
      <vt:lpstr>What is Tesseract OCR?</vt:lpstr>
      <vt:lpstr>Objective:-</vt:lpstr>
      <vt:lpstr>Dataset Structure </vt:lpstr>
      <vt:lpstr>Project Workflow (Pipeline)</vt:lpstr>
      <vt:lpstr>Grayscale Conversion</vt:lpstr>
      <vt:lpstr>Noise Removal</vt:lpstr>
      <vt:lpstr>OCR Process</vt:lpstr>
      <vt:lpstr>Overall View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gadelohitareddy@gmail.com</dc:creator>
  <cp:lastModifiedBy>gadelohitareddy@gmail.com</cp:lastModifiedBy>
  <cp:revision>1</cp:revision>
  <dcterms:created xsi:type="dcterms:W3CDTF">2026-02-26T00:22:23Z</dcterms:created>
  <dcterms:modified xsi:type="dcterms:W3CDTF">2026-02-26T02:23:21Z</dcterms:modified>
</cp:coreProperties>
</file>