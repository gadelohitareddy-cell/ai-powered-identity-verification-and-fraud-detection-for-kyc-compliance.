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Identity Verification &amp; Fraud Detection for KYC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 – LFW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Labeled Faces in the Wild (LFW) dataset</a:t>
            </a:r>
          </a:p>
          <a:p>
            <a:pPr lvl="1"/>
            <a:r>
              <a:t>Public and legally accessible dataset</a:t>
            </a:r>
          </a:p>
          <a:p>
            <a:pPr lvl="1"/>
            <a:r>
              <a:t>Contains multiple face images per individual</a:t>
            </a:r>
          </a:p>
          <a:p>
            <a:pPr lvl="1"/>
            <a:r>
              <a:t>Used to simulate KYC identity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Selected LFW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Aadhaar and KYC datasets are confidential</a:t>
            </a:r>
          </a:p>
          <a:p>
            <a:pPr lvl="1"/>
            <a:r>
              <a:t>LFW is widely accepted in academic research</a:t>
            </a:r>
          </a:p>
          <a:p>
            <a:pPr lvl="1"/>
            <a:r>
              <a:t>Represents real-world image variations</a:t>
            </a:r>
          </a:p>
          <a:p>
            <a:pPr lvl="1"/>
            <a:r>
              <a:t>Ideal for face matching and verification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LFW in Our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Simulates ID photo and live selfie comparison</a:t>
            </a:r>
          </a:p>
          <a:p>
            <a:pPr lvl="1"/>
            <a:r>
              <a:t>Validates face verification module</a:t>
            </a:r>
          </a:p>
          <a:p>
            <a:pPr lvl="1"/>
            <a:r>
              <a:t>Produces similarity score for fraud analysis</a:t>
            </a:r>
          </a:p>
          <a:p>
            <a:pPr lvl="1"/>
            <a:r>
              <a:t>Supports multi-layer AI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Already Done in LFW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Faces are already cropped and aligned</a:t>
            </a:r>
          </a:p>
          <a:p>
            <a:pPr lvl="1"/>
            <a:r>
              <a:t>Images are labeled with identity names</a:t>
            </a:r>
          </a:p>
          <a:p>
            <a:pPr lvl="1"/>
            <a:r>
              <a:t>Standardized image format</a:t>
            </a:r>
          </a:p>
          <a:p>
            <a:pPr lvl="1"/>
            <a:r>
              <a:t>Organized folder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Required for Our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Resize images to fixed size (224 × 224)</a:t>
            </a:r>
          </a:p>
          <a:p>
            <a:pPr lvl="1"/>
            <a:r>
              <a:t>Normalize pixel values between 0 and 1</a:t>
            </a:r>
          </a:p>
          <a:p>
            <a:pPr lvl="1"/>
            <a:r>
              <a:t>Optional grayscale conversion</a:t>
            </a:r>
          </a:p>
          <a:p>
            <a:pPr lvl="1"/>
            <a:r>
              <a:t>Re-detect face to remove background noise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Preprocessing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augmentation (flip, rotate, brightness)</a:t>
            </a:r>
          </a:p>
          <a:p>
            <a:pPr lvl="1"/>
            <a:r>
              <a:t>Generate positive and negative face pairs</a:t>
            </a:r>
          </a:p>
          <a:p>
            <a:pPr lvl="1"/>
            <a:r>
              <a:t>Split dataset into training and testing sets</a:t>
            </a:r>
          </a:p>
          <a:p>
            <a:pPr lvl="1"/>
            <a:r>
              <a:t>Filter low-quality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face recognition accuracy</a:t>
            </a:r>
          </a:p>
          <a:p>
            <a:pPr lvl="1"/>
            <a:r>
              <a:t>Enhances robustness to real-world conditions</a:t>
            </a:r>
          </a:p>
          <a:p>
            <a:pPr lvl="1"/>
            <a:r>
              <a:t>Reduces false acceptance and rejection</a:t>
            </a:r>
          </a:p>
          <a:p>
            <a:pPr lvl="1"/>
            <a:r>
              <a:t>Ensures reliable KYC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 – Report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LFW selected due to privacy and legal constraints</a:t>
            </a:r>
          </a:p>
          <a:p>
            <a:pPr lvl="1"/>
            <a:r>
              <a:t>Preprocessing ensures consistent and clean inputs</a:t>
            </a:r>
          </a:p>
          <a:p>
            <a:pPr lvl="1"/>
            <a:r>
              <a:t>Supports system-level AI integration</a:t>
            </a:r>
          </a:p>
          <a:p>
            <a:pPr lvl="1"/>
            <a:r>
              <a:t>Strengthens accuracy and reliability of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