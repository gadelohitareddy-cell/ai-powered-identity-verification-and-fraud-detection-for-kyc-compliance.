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KYC Verification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Datasets selected for the project (with links)</a:t>
            </a:r>
          </a:p>
          <a:p>
            <a:pPr lvl="1"/>
            <a:r>
              <a:t>Benefits of each dataset</a:t>
            </a:r>
          </a:p>
          <a:p>
            <a:pPr lvl="1"/>
            <a:r>
              <a:t>Team members and module ownership</a:t>
            </a:r>
          </a:p>
          <a:p>
            <a:pPr lvl="1"/>
            <a:r>
              <a:t>Preprocessing already available vs preprocessing we perform</a:t>
            </a:r>
          </a:p>
          <a:p>
            <a:pPr lvl="1"/>
            <a:r>
              <a:t>End-to-end preprocessing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110"/>
              <a:t>1 Custom KYC Dataset (Google Drive)</a:t>
            </a:r>
            <a:endParaRPr lang="en-US" altLang="en-US" sz="311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267325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zh-CN" altLang="en-US" sz="6400" b="1"/>
              <a:t>📁</a:t>
            </a:r>
            <a:r>
              <a:rPr lang="en-US" altLang="en-US" sz="6400" b="1"/>
              <a:t> Link: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https://drive.google.com/drive/folders/1QW6-Bsfch34aLlxwYTOATMwg_VOtoc9K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 b="1"/>
              <a:t>Purpose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Document detection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Layout understanding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Testing real KYC-like documents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 b="1"/>
              <a:t>Benefits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Closest to real-world KYC data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Customizable for project requirements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Useful for overall system testing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 b="1"/>
              <a:t>Preprocessing Already Done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Basic images collected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Folder organization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 b="1"/>
              <a:t>Preprocessing We Perform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Resize images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Noise removal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Alignment correction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Contrast enhancement</a:t>
            </a:r>
            <a:endParaRPr lang="en-US" altLang="en-US" sz="6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110"/>
              <a:t>2 CASIA 2.0 Tampering Dataset</a:t>
            </a:r>
            <a:endParaRPr lang="en-US" altLang="en-US" sz="311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4905"/>
            <a:ext cx="8229600" cy="5519420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zh-CN" altLang="en-US" sz="6400" b="1"/>
              <a:t>📁</a:t>
            </a:r>
            <a:r>
              <a:rPr lang="en-US" altLang="en-US" sz="6400" b="1"/>
              <a:t> Link: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https://www.kaggle.com/datasets/divg07/casia-20-image-tampering-detection-dataset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 b="1"/>
              <a:t>Purpose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Tampering detection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Fraud detection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Photoshop manipulation detection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 b="1"/>
              <a:t>Benefits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Contains original vs tampered images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Good for forensic learning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Helps CNN detect fake regions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 b="1"/>
              <a:t>Preprocessing Already Done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Images labeled (tampered / authentic)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 b="1"/>
              <a:t>Preprocessing We Perform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Image resizing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Normalization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Data augmentation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Edge enhancement (optional)</a:t>
            </a:r>
            <a:endParaRPr lang="en-US" altLang="en-US" sz="6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/>
              <a:t>3 SROIE Dataset V2 (OCR Dataset)</a:t>
            </a:r>
            <a:endParaRPr lang="en-US" alt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2545"/>
            <a:ext cx="8229600" cy="5328920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zh-CN" altLang="en-US" sz="6400" b="1"/>
              <a:t>📁</a:t>
            </a:r>
            <a:r>
              <a:rPr lang="en-US" altLang="en-US" sz="6400" b="1"/>
              <a:t> Link: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https://www.kaggle.com/datasets/urbikn/sroie-datasetv2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 b="1"/>
              <a:t>Purpose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OCR training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Text field detection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Document text extraction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 b="1"/>
              <a:t>Benefits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Annotated text regions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Structured document layout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Improves OCR performance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 b="1"/>
              <a:t>Preprocessing Already Done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Text labels &amp; annotations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Bounding boxes provided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 b="1"/>
              <a:t>Preprocessing We Perform</a:t>
            </a:r>
            <a:endParaRPr lang="en-US" altLang="en-US" sz="6400" b="1"/>
          </a:p>
          <a:p>
            <a:pPr marL="0" indent="0">
              <a:buNone/>
            </a:pPr>
            <a:r>
              <a:rPr lang="en-US" altLang="en-US" sz="6400"/>
              <a:t>Grayscale conversion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Thresholding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Noise removal</a:t>
            </a:r>
            <a:endParaRPr lang="en-US" altLang="en-US" sz="6400"/>
          </a:p>
          <a:p>
            <a:pPr marL="0" indent="0">
              <a:buNone/>
            </a:pPr>
            <a:r>
              <a:rPr lang="en-US" altLang="en-US" sz="6400"/>
              <a:t>Text region cropping</a:t>
            </a:r>
            <a:endParaRPr lang="en-US" altLang="en-US" sz="6400"/>
          </a:p>
        </p:txBody>
      </p:sp>
      <p:sp>
        <p:nvSpPr>
          <p:cNvPr id="4" name="Text Box 3"/>
          <p:cNvSpPr txBox="1"/>
          <p:nvPr/>
        </p:nvSpPr>
        <p:spPr>
          <a:xfrm>
            <a:off x="2032000" y="3352165"/>
            <a:ext cx="2804160" cy="245745"/>
          </a:xfrm>
          <a:prstGeom prst="rect">
            <a:avLst/>
          </a:prstGeom>
        </p:spPr>
        <p:txBody>
          <a:bodyPr>
            <a:noAutofit/>
          </a:bodyPr>
          <a:p>
            <a:endParaRPr 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/>
              <a:t>4 Selfie &amp; Official ID Photo Dataset</a:t>
            </a:r>
            <a:endParaRPr lang="en-US" alt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4435"/>
            <a:ext cx="8229600" cy="5456555"/>
          </a:xfrm>
        </p:spPr>
        <p:txBody>
          <a:bodyPr>
            <a:normAutofit fontScale="40000"/>
          </a:bodyPr>
          <a:lstStyle/>
          <a:p>
            <a:pPr marL="0" indent="0">
              <a:buNone/>
            </a:pPr>
            <a:r>
              <a:rPr lang="zh-CN" altLang="en-US" sz="4000" b="1"/>
              <a:t>📁</a:t>
            </a:r>
            <a:r>
              <a:rPr lang="en-US" altLang="en-US" sz="4000" b="1"/>
              <a:t> Link:</a:t>
            </a:r>
            <a:endParaRPr lang="en-US" altLang="en-US" sz="4000" b="1"/>
          </a:p>
          <a:p>
            <a:pPr marL="0" indent="0">
              <a:buNone/>
            </a:pPr>
            <a:r>
              <a:rPr lang="en-US" altLang="en-US" sz="4000"/>
              <a:t>https://www.kaggle.com/datasets/axondata/selfie-and-official-id-photo-dataset-18k-images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 b="1"/>
              <a:t>Purpose</a:t>
            </a:r>
            <a:endParaRPr lang="en-US" altLang="en-US" sz="4000" b="1"/>
          </a:p>
          <a:p>
            <a:pPr marL="0" indent="0">
              <a:buNone/>
            </a:pPr>
            <a:r>
              <a:rPr lang="en-US" altLang="en-US" sz="4000"/>
              <a:t>Face verification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/>
              <a:t>ID photo vs selfie matching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 b="1"/>
              <a:t>Benefits</a:t>
            </a:r>
            <a:endParaRPr lang="en-US" altLang="en-US" sz="4000" b="1"/>
          </a:p>
          <a:p>
            <a:pPr marL="0" indent="0">
              <a:buNone/>
            </a:pPr>
            <a:r>
              <a:rPr lang="en-US" altLang="en-US" sz="4000"/>
              <a:t>Paired identity images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/>
              <a:t>Suitable for face embedding models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/>
              <a:t>Supports identity validation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 b="1"/>
              <a:t>Preprocessing Already Done</a:t>
            </a:r>
            <a:endParaRPr lang="en-US" altLang="en-US" sz="4000" b="1"/>
          </a:p>
          <a:p>
            <a:pPr marL="0" indent="0">
              <a:buNone/>
            </a:pPr>
            <a:r>
              <a:rPr lang="en-US" altLang="en-US" sz="4000"/>
              <a:t>Face-visible paired images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 b="1"/>
              <a:t>Preprocessing We Perform</a:t>
            </a:r>
            <a:endParaRPr lang="en-US" altLang="en-US" sz="4000" b="1"/>
          </a:p>
          <a:p>
            <a:pPr marL="0" indent="0">
              <a:buNone/>
            </a:pPr>
            <a:r>
              <a:rPr lang="en-US" altLang="en-US" sz="4000"/>
              <a:t>Face detection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/>
              <a:t>Face cropping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/>
              <a:t>Face alignment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/>
              <a:t>Normalization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/>
              <a:t>Data augmentation</a:t>
            </a:r>
            <a:endParaRPr lang="en-US" altLang="en-US"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Members and Module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Detection Team: Assigned group members (as per mentor allocation)</a:t>
            </a:r>
          </a:p>
          <a:p>
            <a:pPr lvl="1"/>
            <a:r>
              <a:t>Face Detection Team: Pravalli Inuganti, Pragada, Deeksha</a:t>
            </a:r>
          </a:p>
          <a:p>
            <a:pPr lvl="1"/>
            <a:r>
              <a:t>Address Detection Team: Shriya, Maheswari, Golla</a:t>
            </a:r>
            <a:r>
              <a:rPr lang="en-US"/>
              <a:t> saikumar</a:t>
            </a:r>
            <a:endParaRPr lang="en-US"/>
          </a:p>
          <a:p>
            <a:pPr lvl="1"/>
            <a:r>
              <a:t>Tampering Detection: Sandhiya</a:t>
            </a:r>
            <a:r>
              <a:rPr lang="en-US"/>
              <a:t> and dev</a:t>
            </a:r>
            <a:endParaRPr lang="en-US"/>
          </a:p>
          <a:p>
            <a:pPr lvl="1"/>
            <a:r>
              <a:t>Integration and Guidance: Dev and Sandhiya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Summary (Clear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KYC: Already -&gt; basic images | We do -&gt; resize, clean, align</a:t>
            </a:r>
          </a:p>
          <a:p>
            <a:pPr lvl="1"/>
            <a:r>
              <a:t>CASIA 2.0: Already -&gt; labels | We do -&gt; normalize, augment</a:t>
            </a:r>
          </a:p>
          <a:p>
            <a:pPr lvl="1"/>
            <a:r>
              <a:t>SROIE: Already -&gt; text labels | We do -&gt; threshold, grayscale, crop</a:t>
            </a:r>
          </a:p>
          <a:p>
            <a:pPr lvl="1"/>
            <a:r>
              <a:t>Selfie-ID: Already -&gt; face-visible pairs | We do -&gt; crop, align, normalize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Data validation and quality check</a:t>
            </a:r>
          </a:p>
          <a:p>
            <a:pPr lvl="1"/>
            <a:r>
              <a:t>Step 2: Image resizing and normalization</a:t>
            </a:r>
          </a:p>
          <a:p>
            <a:pPr lvl="1"/>
            <a:r>
              <a:t>Step 3: Noise removal and enhancement</a:t>
            </a:r>
          </a:p>
          <a:p>
            <a:pPr lvl="1"/>
            <a:r>
              <a:t>Step 4: Task-specific preprocessing (OCR, face, tampering)</a:t>
            </a:r>
          </a:p>
          <a:p>
            <a:pPr lvl="1"/>
            <a:r>
              <a:t>Step 5: Data augmentation (where required)</a:t>
            </a:r>
          </a:p>
          <a:p>
            <a:pPr lvl="1"/>
            <a:r>
              <a:t>Step 6: Train / Validation / Test split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Dataset Strategy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dataset supports a specific module in the KYC pipeline</a:t>
            </a:r>
          </a:p>
          <a:p>
            <a:pPr lvl="1"/>
            <a:r>
              <a:t>Improves robustness by combining document, face, OCR, and fraud data</a:t>
            </a:r>
          </a:p>
          <a:p>
            <a:pPr lvl="1"/>
            <a:r>
              <a:t>Allows parallel work across team members</a:t>
            </a:r>
          </a:p>
          <a:p>
            <a:pPr lvl="1"/>
            <a:r>
              <a:t>Matches real-world AI KYC system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datasets are integrated to build a complete AI-based KYC system</a:t>
            </a:r>
          </a:p>
          <a:p>
            <a:pPr lvl="1"/>
            <a:r>
              <a:t>Structured preprocessing ensures model-ready data</a:t>
            </a:r>
          </a:p>
          <a:p>
            <a:pPr lvl="1"/>
            <a:r>
              <a:t>Clear team ownership enables efficient development</a:t>
            </a:r>
          </a:p>
          <a:p>
            <a:pPr lvl="1"/>
            <a:r>
              <a:t>Outcome: Professional, scalable, and practical KYC verification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3340</Words>
  <Application>WPS Presentation</Application>
  <PresentationFormat>On-screen Show (4:3)</PresentationFormat>
  <Paragraphs>130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AI-Powered KYC Verification</vt:lpstr>
      <vt:lpstr>Agenda</vt:lpstr>
      <vt:lpstr>1 Custom KYC Dataset (Google Drive)</vt:lpstr>
      <vt:lpstr>2 CASIA 2.0 Tampering Dataset</vt:lpstr>
      <vt:lpstr>PowerPoint 演示文稿</vt:lpstr>
      <vt:lpstr>Dataset 4: Selfie &amp; Official ID Photo Dataset (18K Images)</vt:lpstr>
      <vt:lpstr>Team Members and Module Responsibilities</vt:lpstr>
      <vt:lpstr>Preprocessing Summary (Clear View)</vt:lpstr>
      <vt:lpstr>End-to-End Preprocessing Pipeline</vt:lpstr>
      <vt:lpstr>Why This Dataset Strategy Works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Sandhiya R</cp:lastModifiedBy>
  <cp:revision>3</cp:revision>
  <dcterms:created xsi:type="dcterms:W3CDTF">2013-01-27T09:14:00Z</dcterms:created>
  <dcterms:modified xsi:type="dcterms:W3CDTF">2026-02-14T13:54:03Z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443D0DD713E4422590A7C44CBA45C7AE_13</vt:lpwstr>
  </property>
  <property fmtid="{D5CDD505-2E9C-101B-9397-08002B2CF9AE}" pid="3" name="KSOProductBuildVer">
    <vt:lpwstr>1033-12.2.0.23196</vt:lpwstr>
  </property>
</Properties>
</file>